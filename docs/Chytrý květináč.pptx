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mkv" ContentType="video/unknown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7" r:id="rId6"/>
    <p:sldId id="263" r:id="rId7"/>
    <p:sldId id="278" r:id="rId8"/>
    <p:sldId id="264" r:id="rId9"/>
    <p:sldId id="270" r:id="rId10"/>
    <p:sldId id="273" r:id="rId11"/>
    <p:sldId id="265" r:id="rId12"/>
    <p:sldId id="266" r:id="rId13"/>
    <p:sldId id="268" r:id="rId14"/>
    <p:sldId id="280" r:id="rId15"/>
    <p:sldId id="269" r:id="rId16"/>
    <p:sldId id="271" r:id="rId17"/>
    <p:sldId id="272" r:id="rId18"/>
    <p:sldId id="276" r:id="rId19"/>
    <p:sldId id="277" r:id="rId20"/>
    <p:sldId id="274" r:id="rId21"/>
    <p:sldId id="275" r:id="rId22"/>
    <p:sldId id="279" r:id="rId23"/>
    <p:sldId id="260" r:id="rId24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05" autoAdjust="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9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A85761-0344-4B73-843D-CA4DF3A375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F885D3-90A0-4443-8640-9925C7828356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Praktický projekt</a:t>
          </a:r>
          <a:br>
            <a:rPr lang="cs-CZ"/>
          </a:br>
          <a:br>
            <a:rPr lang="cs-CZ"/>
          </a:br>
          <a:endParaRPr lang="en-US"/>
        </a:p>
      </dgm:t>
    </dgm:pt>
    <dgm:pt modelId="{572D433A-6D9B-47F4-87EA-66C4602E7BB5}" type="parTrans" cxnId="{BFB07CBC-4CB3-4B6C-9C2A-30757CF2CD5B}">
      <dgm:prSet/>
      <dgm:spPr/>
      <dgm:t>
        <a:bodyPr/>
        <a:lstStyle/>
        <a:p>
          <a:endParaRPr lang="en-US"/>
        </a:p>
      </dgm:t>
    </dgm:pt>
    <dgm:pt modelId="{D6869A9B-293B-47A8-9AD2-BCF662E24D08}" type="sibTrans" cxnId="{BFB07CBC-4CB3-4B6C-9C2A-30757CF2CD5B}">
      <dgm:prSet/>
      <dgm:spPr/>
      <dgm:t>
        <a:bodyPr/>
        <a:lstStyle/>
        <a:p>
          <a:endParaRPr lang="en-US"/>
        </a:p>
      </dgm:t>
    </dgm:pt>
    <dgm:pt modelId="{0B83A4FA-1FBF-4AFF-8B6A-54ECF29B7636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Užitečnost </a:t>
          </a:r>
          <a:br>
            <a:rPr lang="cs-CZ"/>
          </a:br>
          <a:br>
            <a:rPr lang="cs-CZ"/>
          </a:br>
          <a:endParaRPr lang="en-US"/>
        </a:p>
      </dgm:t>
    </dgm:pt>
    <dgm:pt modelId="{F722C8A5-FA37-4DC4-8363-F717BF45CBAA}" type="parTrans" cxnId="{3F2F7668-1724-413D-BEAD-A01316785612}">
      <dgm:prSet/>
      <dgm:spPr/>
      <dgm:t>
        <a:bodyPr/>
        <a:lstStyle/>
        <a:p>
          <a:endParaRPr lang="en-US"/>
        </a:p>
      </dgm:t>
    </dgm:pt>
    <dgm:pt modelId="{F184AB84-D5F3-4FEC-AB11-D47A75C38E08}" type="sibTrans" cxnId="{3F2F7668-1724-413D-BEAD-A01316785612}">
      <dgm:prSet/>
      <dgm:spPr/>
      <dgm:t>
        <a:bodyPr/>
        <a:lstStyle/>
        <a:p>
          <a:endParaRPr lang="en-US"/>
        </a:p>
      </dgm:t>
    </dgm:pt>
    <dgm:pt modelId="{2FCDC93F-BFD7-4C99-8773-E3B1B775EC9F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Nové zkušenosti</a:t>
          </a:r>
          <a:endParaRPr lang="en-US"/>
        </a:p>
      </dgm:t>
    </dgm:pt>
    <dgm:pt modelId="{96EC3706-E0F7-43C8-A3EF-1D2927242024}" type="parTrans" cxnId="{5995AD8A-062B-4066-82EB-1C05190C1FCB}">
      <dgm:prSet/>
      <dgm:spPr/>
      <dgm:t>
        <a:bodyPr/>
        <a:lstStyle/>
        <a:p>
          <a:endParaRPr lang="en-US"/>
        </a:p>
      </dgm:t>
    </dgm:pt>
    <dgm:pt modelId="{A9A7DA2B-CE8B-41A3-B381-6A0C637F517C}" type="sibTrans" cxnId="{5995AD8A-062B-4066-82EB-1C05190C1FCB}">
      <dgm:prSet/>
      <dgm:spPr/>
      <dgm:t>
        <a:bodyPr/>
        <a:lstStyle/>
        <a:p>
          <a:endParaRPr lang="en-US"/>
        </a:p>
      </dgm:t>
    </dgm:pt>
    <dgm:pt modelId="{E1B7A012-A11F-4604-B68F-FEF478B36EF2}" type="pres">
      <dgm:prSet presAssocID="{95A85761-0344-4B73-843D-CA4DF3A375A9}" presName="root" presStyleCnt="0">
        <dgm:presLayoutVars>
          <dgm:dir/>
          <dgm:resizeHandles val="exact"/>
        </dgm:presLayoutVars>
      </dgm:prSet>
      <dgm:spPr/>
    </dgm:pt>
    <dgm:pt modelId="{5CEA9E3B-4FB8-46DD-92F5-2B238686F433}" type="pres">
      <dgm:prSet presAssocID="{31F885D3-90A0-4443-8640-9925C7828356}" presName="compNode" presStyleCnt="0"/>
      <dgm:spPr/>
    </dgm:pt>
    <dgm:pt modelId="{82CF85C6-9A9E-4A15-AF93-07CE427B7DEC}" type="pres">
      <dgm:prSet presAssocID="{31F885D3-90A0-4443-8640-9925C782835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4D40EE8-08F6-4E2B-9DF1-3E9FDF6AB3B3}" type="pres">
      <dgm:prSet presAssocID="{31F885D3-90A0-4443-8640-9925C7828356}" presName="spaceRect" presStyleCnt="0"/>
      <dgm:spPr/>
    </dgm:pt>
    <dgm:pt modelId="{2BD7B890-5D76-411E-BCF4-9C12664003C2}" type="pres">
      <dgm:prSet presAssocID="{31F885D3-90A0-4443-8640-9925C7828356}" presName="textRect" presStyleLbl="revTx" presStyleIdx="0" presStyleCnt="3">
        <dgm:presLayoutVars>
          <dgm:chMax val="1"/>
          <dgm:chPref val="1"/>
        </dgm:presLayoutVars>
      </dgm:prSet>
      <dgm:spPr/>
    </dgm:pt>
    <dgm:pt modelId="{A6D15BCF-3D09-4939-BC3A-255219E7C79B}" type="pres">
      <dgm:prSet presAssocID="{D6869A9B-293B-47A8-9AD2-BCF662E24D08}" presName="sibTrans" presStyleCnt="0"/>
      <dgm:spPr/>
    </dgm:pt>
    <dgm:pt modelId="{4055AA78-DAB4-44B0-AD66-78AF03B7B0CE}" type="pres">
      <dgm:prSet presAssocID="{0B83A4FA-1FBF-4AFF-8B6A-54ECF29B7636}" presName="compNode" presStyleCnt="0"/>
      <dgm:spPr/>
    </dgm:pt>
    <dgm:pt modelId="{5E97F0AE-EF3A-4CBC-A3C1-17A082B35E83}" type="pres">
      <dgm:prSet presAssocID="{0B83A4FA-1FBF-4AFF-8B6A-54ECF29B76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Žárovka"/>
        </a:ext>
      </dgm:extLst>
    </dgm:pt>
    <dgm:pt modelId="{E1D98FE8-513F-40B3-91D2-DAE94EFC8EEA}" type="pres">
      <dgm:prSet presAssocID="{0B83A4FA-1FBF-4AFF-8B6A-54ECF29B7636}" presName="spaceRect" presStyleCnt="0"/>
      <dgm:spPr/>
    </dgm:pt>
    <dgm:pt modelId="{B4DB0CAD-20E8-4698-B70D-4CF1B00AF825}" type="pres">
      <dgm:prSet presAssocID="{0B83A4FA-1FBF-4AFF-8B6A-54ECF29B7636}" presName="textRect" presStyleLbl="revTx" presStyleIdx="1" presStyleCnt="3">
        <dgm:presLayoutVars>
          <dgm:chMax val="1"/>
          <dgm:chPref val="1"/>
        </dgm:presLayoutVars>
      </dgm:prSet>
      <dgm:spPr/>
    </dgm:pt>
    <dgm:pt modelId="{6913EEF2-CB7B-4B06-B2F4-43785B307DDD}" type="pres">
      <dgm:prSet presAssocID="{F184AB84-D5F3-4FEC-AB11-D47A75C38E08}" presName="sibTrans" presStyleCnt="0"/>
      <dgm:spPr/>
    </dgm:pt>
    <dgm:pt modelId="{C692D1AF-56F2-42E7-97E8-7F072321F303}" type="pres">
      <dgm:prSet presAssocID="{2FCDC93F-BFD7-4C99-8773-E3B1B775EC9F}" presName="compNode" presStyleCnt="0"/>
      <dgm:spPr/>
    </dgm:pt>
    <dgm:pt modelId="{CB957070-69EF-48CB-B17E-19A89AA5E832}" type="pres">
      <dgm:prSet presAssocID="{2FCDC93F-BFD7-4C99-8773-E3B1B775EC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0E192D2-AE3D-491A-8401-9FA67E5B4350}" type="pres">
      <dgm:prSet presAssocID="{2FCDC93F-BFD7-4C99-8773-E3B1B775EC9F}" presName="spaceRect" presStyleCnt="0"/>
      <dgm:spPr/>
    </dgm:pt>
    <dgm:pt modelId="{0B6DEDEE-A0EB-4F1F-B1A8-DA2ABEEAA1B4}" type="pres">
      <dgm:prSet presAssocID="{2FCDC93F-BFD7-4C99-8773-E3B1B775EC9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4668F41-3FD0-446B-9EBF-C13A3AB64CB9}" type="presOf" srcId="{31F885D3-90A0-4443-8640-9925C7828356}" destId="{2BD7B890-5D76-411E-BCF4-9C12664003C2}" srcOrd="0" destOrd="0" presId="urn:microsoft.com/office/officeart/2018/2/layout/IconLabelList"/>
    <dgm:cxn modelId="{3F2F7668-1724-413D-BEAD-A01316785612}" srcId="{95A85761-0344-4B73-843D-CA4DF3A375A9}" destId="{0B83A4FA-1FBF-4AFF-8B6A-54ECF29B7636}" srcOrd="1" destOrd="0" parTransId="{F722C8A5-FA37-4DC4-8363-F717BF45CBAA}" sibTransId="{F184AB84-D5F3-4FEC-AB11-D47A75C38E08}"/>
    <dgm:cxn modelId="{5995AD8A-062B-4066-82EB-1C05190C1FCB}" srcId="{95A85761-0344-4B73-843D-CA4DF3A375A9}" destId="{2FCDC93F-BFD7-4C99-8773-E3B1B775EC9F}" srcOrd="2" destOrd="0" parTransId="{96EC3706-E0F7-43C8-A3EF-1D2927242024}" sibTransId="{A9A7DA2B-CE8B-41A3-B381-6A0C637F517C}"/>
    <dgm:cxn modelId="{87D0F196-5D65-490C-882D-D325FA502E19}" type="presOf" srcId="{0B83A4FA-1FBF-4AFF-8B6A-54ECF29B7636}" destId="{B4DB0CAD-20E8-4698-B70D-4CF1B00AF825}" srcOrd="0" destOrd="0" presId="urn:microsoft.com/office/officeart/2018/2/layout/IconLabelList"/>
    <dgm:cxn modelId="{BFB07CBC-4CB3-4B6C-9C2A-30757CF2CD5B}" srcId="{95A85761-0344-4B73-843D-CA4DF3A375A9}" destId="{31F885D3-90A0-4443-8640-9925C7828356}" srcOrd="0" destOrd="0" parTransId="{572D433A-6D9B-47F4-87EA-66C4602E7BB5}" sibTransId="{D6869A9B-293B-47A8-9AD2-BCF662E24D08}"/>
    <dgm:cxn modelId="{55E568C0-F883-427F-862E-735DEF3BE613}" type="presOf" srcId="{95A85761-0344-4B73-843D-CA4DF3A375A9}" destId="{E1B7A012-A11F-4604-B68F-FEF478B36EF2}" srcOrd="0" destOrd="0" presId="urn:microsoft.com/office/officeart/2018/2/layout/IconLabelList"/>
    <dgm:cxn modelId="{DE3782F9-C34D-4E7D-AD20-B7CB72BA5B12}" type="presOf" srcId="{2FCDC93F-BFD7-4C99-8773-E3B1B775EC9F}" destId="{0B6DEDEE-A0EB-4F1F-B1A8-DA2ABEEAA1B4}" srcOrd="0" destOrd="0" presId="urn:microsoft.com/office/officeart/2018/2/layout/IconLabelList"/>
    <dgm:cxn modelId="{5F2CA304-D872-42E4-AA4A-3660F5ABF14A}" type="presParOf" srcId="{E1B7A012-A11F-4604-B68F-FEF478B36EF2}" destId="{5CEA9E3B-4FB8-46DD-92F5-2B238686F433}" srcOrd="0" destOrd="0" presId="urn:microsoft.com/office/officeart/2018/2/layout/IconLabelList"/>
    <dgm:cxn modelId="{ADD7C9A5-20D1-4561-A48A-C0858B51713D}" type="presParOf" srcId="{5CEA9E3B-4FB8-46DD-92F5-2B238686F433}" destId="{82CF85C6-9A9E-4A15-AF93-07CE427B7DEC}" srcOrd="0" destOrd="0" presId="urn:microsoft.com/office/officeart/2018/2/layout/IconLabelList"/>
    <dgm:cxn modelId="{03C5DFFD-A9A5-4536-A028-6B213F4B87DD}" type="presParOf" srcId="{5CEA9E3B-4FB8-46DD-92F5-2B238686F433}" destId="{F4D40EE8-08F6-4E2B-9DF1-3E9FDF6AB3B3}" srcOrd="1" destOrd="0" presId="urn:microsoft.com/office/officeart/2018/2/layout/IconLabelList"/>
    <dgm:cxn modelId="{CC7B6A18-8F9E-468C-9A63-E6A2AC2B7F37}" type="presParOf" srcId="{5CEA9E3B-4FB8-46DD-92F5-2B238686F433}" destId="{2BD7B890-5D76-411E-BCF4-9C12664003C2}" srcOrd="2" destOrd="0" presId="urn:microsoft.com/office/officeart/2018/2/layout/IconLabelList"/>
    <dgm:cxn modelId="{C75C0961-692C-4ABB-A181-97C3B8CD119A}" type="presParOf" srcId="{E1B7A012-A11F-4604-B68F-FEF478B36EF2}" destId="{A6D15BCF-3D09-4939-BC3A-255219E7C79B}" srcOrd="1" destOrd="0" presId="urn:microsoft.com/office/officeart/2018/2/layout/IconLabelList"/>
    <dgm:cxn modelId="{ED28DF12-FB41-4B8E-AFC8-8835B776D0C4}" type="presParOf" srcId="{E1B7A012-A11F-4604-B68F-FEF478B36EF2}" destId="{4055AA78-DAB4-44B0-AD66-78AF03B7B0CE}" srcOrd="2" destOrd="0" presId="urn:microsoft.com/office/officeart/2018/2/layout/IconLabelList"/>
    <dgm:cxn modelId="{1855B81F-971D-4766-94CF-C2EB441F3743}" type="presParOf" srcId="{4055AA78-DAB4-44B0-AD66-78AF03B7B0CE}" destId="{5E97F0AE-EF3A-4CBC-A3C1-17A082B35E83}" srcOrd="0" destOrd="0" presId="urn:microsoft.com/office/officeart/2018/2/layout/IconLabelList"/>
    <dgm:cxn modelId="{A76E618D-D918-4711-AF34-94E0EF1C9244}" type="presParOf" srcId="{4055AA78-DAB4-44B0-AD66-78AF03B7B0CE}" destId="{E1D98FE8-513F-40B3-91D2-DAE94EFC8EEA}" srcOrd="1" destOrd="0" presId="urn:microsoft.com/office/officeart/2018/2/layout/IconLabelList"/>
    <dgm:cxn modelId="{724322A0-BD9F-45E9-930A-89852F340940}" type="presParOf" srcId="{4055AA78-DAB4-44B0-AD66-78AF03B7B0CE}" destId="{B4DB0CAD-20E8-4698-B70D-4CF1B00AF825}" srcOrd="2" destOrd="0" presId="urn:microsoft.com/office/officeart/2018/2/layout/IconLabelList"/>
    <dgm:cxn modelId="{CD815A4D-69C6-4250-88B8-AEC8BD2F296A}" type="presParOf" srcId="{E1B7A012-A11F-4604-B68F-FEF478B36EF2}" destId="{6913EEF2-CB7B-4B06-B2F4-43785B307DDD}" srcOrd="3" destOrd="0" presId="urn:microsoft.com/office/officeart/2018/2/layout/IconLabelList"/>
    <dgm:cxn modelId="{C93DAF92-AF91-42ED-BD25-200A5AF03911}" type="presParOf" srcId="{E1B7A012-A11F-4604-B68F-FEF478B36EF2}" destId="{C692D1AF-56F2-42E7-97E8-7F072321F303}" srcOrd="4" destOrd="0" presId="urn:microsoft.com/office/officeart/2018/2/layout/IconLabelList"/>
    <dgm:cxn modelId="{A88B826C-8FA3-4194-B072-0BEB8E71D5F5}" type="presParOf" srcId="{C692D1AF-56F2-42E7-97E8-7F072321F303}" destId="{CB957070-69EF-48CB-B17E-19A89AA5E832}" srcOrd="0" destOrd="0" presId="urn:microsoft.com/office/officeart/2018/2/layout/IconLabelList"/>
    <dgm:cxn modelId="{8E1E1156-5984-4855-A6E1-C378B9E03E33}" type="presParOf" srcId="{C692D1AF-56F2-42E7-97E8-7F072321F303}" destId="{10E192D2-AE3D-491A-8401-9FA67E5B4350}" srcOrd="1" destOrd="0" presId="urn:microsoft.com/office/officeart/2018/2/layout/IconLabelList"/>
    <dgm:cxn modelId="{8D151BD9-7E0B-43DC-B037-361782A0B17A}" type="presParOf" srcId="{C692D1AF-56F2-42E7-97E8-7F072321F303}" destId="{0B6DEDEE-A0EB-4F1F-B1A8-DA2ABEEAA1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06A43A-B30E-4AB7-9B25-4353228B0E0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70C3B7E-A1FE-4496-8075-C9EA49F36F88}">
      <dgm:prSet/>
      <dgm:spPr/>
      <dgm:t>
        <a:bodyPr/>
        <a:lstStyle/>
        <a:p>
          <a:pPr>
            <a:defRPr cap="all"/>
          </a:pPr>
          <a:r>
            <a:rPr lang="cs-CZ"/>
            <a:t>Automatické zavlažování</a:t>
          </a:r>
          <a:endParaRPr lang="en-US"/>
        </a:p>
      </dgm:t>
    </dgm:pt>
    <dgm:pt modelId="{9EB75718-C69E-4DCB-B700-A2A9B0BF33BA}" type="parTrans" cxnId="{F28869E0-FD04-41CB-A242-A91971D2EDFB}">
      <dgm:prSet/>
      <dgm:spPr/>
      <dgm:t>
        <a:bodyPr/>
        <a:lstStyle/>
        <a:p>
          <a:endParaRPr lang="en-US"/>
        </a:p>
      </dgm:t>
    </dgm:pt>
    <dgm:pt modelId="{CC3DC3E2-15B0-4ACD-873E-A0884DA2735C}" type="sibTrans" cxnId="{F28869E0-FD04-41CB-A242-A91971D2EDFB}">
      <dgm:prSet/>
      <dgm:spPr/>
      <dgm:t>
        <a:bodyPr/>
        <a:lstStyle/>
        <a:p>
          <a:endParaRPr lang="en-US"/>
        </a:p>
      </dgm:t>
    </dgm:pt>
    <dgm:pt modelId="{D6682D31-BB56-4B75-9DD0-1667F34E8BA6}">
      <dgm:prSet/>
      <dgm:spPr/>
      <dgm:t>
        <a:bodyPr/>
        <a:lstStyle/>
        <a:p>
          <a:pPr>
            <a:defRPr cap="all"/>
          </a:pPr>
          <a:r>
            <a:rPr lang="cs-CZ"/>
            <a:t>Zobrazování dat</a:t>
          </a:r>
          <a:endParaRPr lang="en-US"/>
        </a:p>
      </dgm:t>
    </dgm:pt>
    <dgm:pt modelId="{2A9FEA2F-73A4-4D96-97C4-9D57C2DC9359}" type="parTrans" cxnId="{742A167A-698F-4410-B521-4D75C07F7D4E}">
      <dgm:prSet/>
      <dgm:spPr/>
      <dgm:t>
        <a:bodyPr/>
        <a:lstStyle/>
        <a:p>
          <a:endParaRPr lang="en-US"/>
        </a:p>
      </dgm:t>
    </dgm:pt>
    <dgm:pt modelId="{398201F0-EFC1-4164-A7DA-5D31CBE69086}" type="sibTrans" cxnId="{742A167A-698F-4410-B521-4D75C07F7D4E}">
      <dgm:prSet/>
      <dgm:spPr/>
      <dgm:t>
        <a:bodyPr/>
        <a:lstStyle/>
        <a:p>
          <a:endParaRPr lang="en-US"/>
        </a:p>
      </dgm:t>
    </dgm:pt>
    <dgm:pt modelId="{69B2ACC8-FEEC-4CEA-ACAF-1A4FF262224A}">
      <dgm:prSet/>
      <dgm:spPr/>
      <dgm:t>
        <a:bodyPr/>
        <a:lstStyle/>
        <a:p>
          <a:pPr>
            <a:defRPr cap="all"/>
          </a:pPr>
          <a:r>
            <a:rPr lang="cs-CZ"/>
            <a:t>Grafy</a:t>
          </a:r>
          <a:endParaRPr lang="en-US"/>
        </a:p>
      </dgm:t>
    </dgm:pt>
    <dgm:pt modelId="{EC8FB9D3-687E-4E2E-A274-9FEF88C35294}" type="parTrans" cxnId="{DDB52457-4E4A-4E7C-92B6-C077403F30E6}">
      <dgm:prSet/>
      <dgm:spPr/>
      <dgm:t>
        <a:bodyPr/>
        <a:lstStyle/>
        <a:p>
          <a:endParaRPr lang="en-US"/>
        </a:p>
      </dgm:t>
    </dgm:pt>
    <dgm:pt modelId="{41927257-6D42-4D21-8BB4-79CC3F353990}" type="sibTrans" cxnId="{DDB52457-4E4A-4E7C-92B6-C077403F30E6}">
      <dgm:prSet/>
      <dgm:spPr/>
      <dgm:t>
        <a:bodyPr/>
        <a:lstStyle/>
        <a:p>
          <a:endParaRPr lang="en-US"/>
        </a:p>
      </dgm:t>
    </dgm:pt>
    <dgm:pt modelId="{733665B1-3E4E-4B4E-A210-FCEA64D0B36F}" type="pres">
      <dgm:prSet presAssocID="{A506A43A-B30E-4AB7-9B25-4353228B0E00}" presName="root" presStyleCnt="0">
        <dgm:presLayoutVars>
          <dgm:dir/>
          <dgm:resizeHandles val="exact"/>
        </dgm:presLayoutVars>
      </dgm:prSet>
      <dgm:spPr/>
    </dgm:pt>
    <dgm:pt modelId="{F7D86D15-4DFD-48A3-A847-0DC0980CE625}" type="pres">
      <dgm:prSet presAssocID="{A70C3B7E-A1FE-4496-8075-C9EA49F36F88}" presName="compNode" presStyleCnt="0"/>
      <dgm:spPr/>
    </dgm:pt>
    <dgm:pt modelId="{E9762C2A-6499-4584-BE4F-3E817DD174F0}" type="pres">
      <dgm:prSet presAssocID="{A70C3B7E-A1FE-4496-8075-C9EA49F36F88}" presName="iconBgRect" presStyleLbl="bgShp" presStyleIdx="0" presStyleCnt="3"/>
      <dgm:spPr/>
    </dgm:pt>
    <dgm:pt modelId="{EE623A28-F137-49BD-B237-EB9EDA545BF8}" type="pres">
      <dgm:prSet presAssocID="{A70C3B7E-A1FE-4496-8075-C9EA49F36F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stlina"/>
        </a:ext>
      </dgm:extLst>
    </dgm:pt>
    <dgm:pt modelId="{BAE89F04-352C-4AF0-A747-7BA098D1D43F}" type="pres">
      <dgm:prSet presAssocID="{A70C3B7E-A1FE-4496-8075-C9EA49F36F88}" presName="spaceRect" presStyleCnt="0"/>
      <dgm:spPr/>
    </dgm:pt>
    <dgm:pt modelId="{6FF045E0-2369-473D-9311-1A246D05989B}" type="pres">
      <dgm:prSet presAssocID="{A70C3B7E-A1FE-4496-8075-C9EA49F36F88}" presName="textRect" presStyleLbl="revTx" presStyleIdx="0" presStyleCnt="3">
        <dgm:presLayoutVars>
          <dgm:chMax val="1"/>
          <dgm:chPref val="1"/>
        </dgm:presLayoutVars>
      </dgm:prSet>
      <dgm:spPr/>
    </dgm:pt>
    <dgm:pt modelId="{D22A1FE8-662B-4416-91F9-B5AA7B1D6D8F}" type="pres">
      <dgm:prSet presAssocID="{CC3DC3E2-15B0-4ACD-873E-A0884DA2735C}" presName="sibTrans" presStyleCnt="0"/>
      <dgm:spPr/>
    </dgm:pt>
    <dgm:pt modelId="{BA1BE4B9-6859-43AF-B768-0A80E7241607}" type="pres">
      <dgm:prSet presAssocID="{D6682D31-BB56-4B75-9DD0-1667F34E8BA6}" presName="compNode" presStyleCnt="0"/>
      <dgm:spPr/>
    </dgm:pt>
    <dgm:pt modelId="{03A5FB66-AE35-47E7-8163-7FDD7EBE6DDB}" type="pres">
      <dgm:prSet presAssocID="{D6682D31-BB56-4B75-9DD0-1667F34E8BA6}" presName="iconBgRect" presStyleLbl="bgShp" presStyleIdx="1" presStyleCnt="3"/>
      <dgm:spPr/>
    </dgm:pt>
    <dgm:pt modelId="{4CDB6AE1-D660-4BEE-94CC-5971DACD628D}" type="pres">
      <dgm:prSet presAssocID="{D6682D31-BB56-4B75-9DD0-1667F34E8B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D91B641-4E37-4709-84E8-F261E72CDE6A}" type="pres">
      <dgm:prSet presAssocID="{D6682D31-BB56-4B75-9DD0-1667F34E8BA6}" presName="spaceRect" presStyleCnt="0"/>
      <dgm:spPr/>
    </dgm:pt>
    <dgm:pt modelId="{3B487270-A2AB-42C0-8E0D-A44F4BEAF776}" type="pres">
      <dgm:prSet presAssocID="{D6682D31-BB56-4B75-9DD0-1667F34E8BA6}" presName="textRect" presStyleLbl="revTx" presStyleIdx="1" presStyleCnt="3">
        <dgm:presLayoutVars>
          <dgm:chMax val="1"/>
          <dgm:chPref val="1"/>
        </dgm:presLayoutVars>
      </dgm:prSet>
      <dgm:spPr/>
    </dgm:pt>
    <dgm:pt modelId="{D81F3B58-1675-473E-81E0-3298557B43A0}" type="pres">
      <dgm:prSet presAssocID="{398201F0-EFC1-4164-A7DA-5D31CBE69086}" presName="sibTrans" presStyleCnt="0"/>
      <dgm:spPr/>
    </dgm:pt>
    <dgm:pt modelId="{57339D9D-83A0-4348-A96F-CF157E5ED4AE}" type="pres">
      <dgm:prSet presAssocID="{69B2ACC8-FEEC-4CEA-ACAF-1A4FF262224A}" presName="compNode" presStyleCnt="0"/>
      <dgm:spPr/>
    </dgm:pt>
    <dgm:pt modelId="{77A8180D-0B49-4A68-9133-282475A7DAEE}" type="pres">
      <dgm:prSet presAssocID="{69B2ACC8-FEEC-4CEA-ACAF-1A4FF262224A}" presName="iconBgRect" presStyleLbl="bgShp" presStyleIdx="2" presStyleCnt="3"/>
      <dgm:spPr/>
    </dgm:pt>
    <dgm:pt modelId="{FEC0E961-EE44-4E78-962F-686F0B4C73BB}" type="pres">
      <dgm:prSet presAssocID="{69B2ACC8-FEEC-4CEA-ACAF-1A4FF26222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EAD977F-6E32-4D74-A7E5-54B75BEEF2E9}" type="pres">
      <dgm:prSet presAssocID="{69B2ACC8-FEEC-4CEA-ACAF-1A4FF262224A}" presName="spaceRect" presStyleCnt="0"/>
      <dgm:spPr/>
    </dgm:pt>
    <dgm:pt modelId="{2284E201-F173-4EAD-B649-CE9C7AE7FA29}" type="pres">
      <dgm:prSet presAssocID="{69B2ACC8-FEEC-4CEA-ACAF-1A4FF262224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A10721-911C-47F8-89AC-D2EF6ED97C8B}" type="presOf" srcId="{D6682D31-BB56-4B75-9DD0-1667F34E8BA6}" destId="{3B487270-A2AB-42C0-8E0D-A44F4BEAF776}" srcOrd="0" destOrd="0" presId="urn:microsoft.com/office/officeart/2018/5/layout/IconCircleLabelList"/>
    <dgm:cxn modelId="{DDB52457-4E4A-4E7C-92B6-C077403F30E6}" srcId="{A506A43A-B30E-4AB7-9B25-4353228B0E00}" destId="{69B2ACC8-FEEC-4CEA-ACAF-1A4FF262224A}" srcOrd="2" destOrd="0" parTransId="{EC8FB9D3-687E-4E2E-A274-9FEF88C35294}" sibTransId="{41927257-6D42-4D21-8BB4-79CC3F353990}"/>
    <dgm:cxn modelId="{4A8C0379-2378-419A-B4CD-621F9CFEFC26}" type="presOf" srcId="{69B2ACC8-FEEC-4CEA-ACAF-1A4FF262224A}" destId="{2284E201-F173-4EAD-B649-CE9C7AE7FA29}" srcOrd="0" destOrd="0" presId="urn:microsoft.com/office/officeart/2018/5/layout/IconCircleLabelList"/>
    <dgm:cxn modelId="{1629D879-2636-484A-8715-0B2E20A14839}" type="presOf" srcId="{A70C3B7E-A1FE-4496-8075-C9EA49F36F88}" destId="{6FF045E0-2369-473D-9311-1A246D05989B}" srcOrd="0" destOrd="0" presId="urn:microsoft.com/office/officeart/2018/5/layout/IconCircleLabelList"/>
    <dgm:cxn modelId="{742A167A-698F-4410-B521-4D75C07F7D4E}" srcId="{A506A43A-B30E-4AB7-9B25-4353228B0E00}" destId="{D6682D31-BB56-4B75-9DD0-1667F34E8BA6}" srcOrd="1" destOrd="0" parTransId="{2A9FEA2F-73A4-4D96-97C4-9D57C2DC9359}" sibTransId="{398201F0-EFC1-4164-A7DA-5D31CBE69086}"/>
    <dgm:cxn modelId="{36445385-5A13-4AAB-8492-C72ABD764B6F}" type="presOf" srcId="{A506A43A-B30E-4AB7-9B25-4353228B0E00}" destId="{733665B1-3E4E-4B4E-A210-FCEA64D0B36F}" srcOrd="0" destOrd="0" presId="urn:microsoft.com/office/officeart/2018/5/layout/IconCircleLabelList"/>
    <dgm:cxn modelId="{F28869E0-FD04-41CB-A242-A91971D2EDFB}" srcId="{A506A43A-B30E-4AB7-9B25-4353228B0E00}" destId="{A70C3B7E-A1FE-4496-8075-C9EA49F36F88}" srcOrd="0" destOrd="0" parTransId="{9EB75718-C69E-4DCB-B700-A2A9B0BF33BA}" sibTransId="{CC3DC3E2-15B0-4ACD-873E-A0884DA2735C}"/>
    <dgm:cxn modelId="{649129EE-1DDD-4731-ADEE-7492A6ABD3A5}" type="presParOf" srcId="{733665B1-3E4E-4B4E-A210-FCEA64D0B36F}" destId="{F7D86D15-4DFD-48A3-A847-0DC0980CE625}" srcOrd="0" destOrd="0" presId="urn:microsoft.com/office/officeart/2018/5/layout/IconCircleLabelList"/>
    <dgm:cxn modelId="{92BF5172-ED57-4C8F-B0C7-760FE4099B6B}" type="presParOf" srcId="{F7D86D15-4DFD-48A3-A847-0DC0980CE625}" destId="{E9762C2A-6499-4584-BE4F-3E817DD174F0}" srcOrd="0" destOrd="0" presId="urn:microsoft.com/office/officeart/2018/5/layout/IconCircleLabelList"/>
    <dgm:cxn modelId="{BE3BFE49-9587-4DA2-BC64-44B827825B31}" type="presParOf" srcId="{F7D86D15-4DFD-48A3-A847-0DC0980CE625}" destId="{EE623A28-F137-49BD-B237-EB9EDA545BF8}" srcOrd="1" destOrd="0" presId="urn:microsoft.com/office/officeart/2018/5/layout/IconCircleLabelList"/>
    <dgm:cxn modelId="{B8A18A3E-99C4-4812-839E-B531E94A81BB}" type="presParOf" srcId="{F7D86D15-4DFD-48A3-A847-0DC0980CE625}" destId="{BAE89F04-352C-4AF0-A747-7BA098D1D43F}" srcOrd="2" destOrd="0" presId="urn:microsoft.com/office/officeart/2018/5/layout/IconCircleLabelList"/>
    <dgm:cxn modelId="{300119F7-D394-4373-A502-A9D05FCAB532}" type="presParOf" srcId="{F7D86D15-4DFD-48A3-A847-0DC0980CE625}" destId="{6FF045E0-2369-473D-9311-1A246D05989B}" srcOrd="3" destOrd="0" presId="urn:microsoft.com/office/officeart/2018/5/layout/IconCircleLabelList"/>
    <dgm:cxn modelId="{8B890F55-7DC6-4CDC-8C40-FDDB2A46FA0B}" type="presParOf" srcId="{733665B1-3E4E-4B4E-A210-FCEA64D0B36F}" destId="{D22A1FE8-662B-4416-91F9-B5AA7B1D6D8F}" srcOrd="1" destOrd="0" presId="urn:microsoft.com/office/officeart/2018/5/layout/IconCircleLabelList"/>
    <dgm:cxn modelId="{3BB206D9-6026-4757-B843-50B7E4CE636C}" type="presParOf" srcId="{733665B1-3E4E-4B4E-A210-FCEA64D0B36F}" destId="{BA1BE4B9-6859-43AF-B768-0A80E7241607}" srcOrd="2" destOrd="0" presId="urn:microsoft.com/office/officeart/2018/5/layout/IconCircleLabelList"/>
    <dgm:cxn modelId="{0E7E94C0-8F02-458B-91ED-2FC6EA6BEE46}" type="presParOf" srcId="{BA1BE4B9-6859-43AF-B768-0A80E7241607}" destId="{03A5FB66-AE35-47E7-8163-7FDD7EBE6DDB}" srcOrd="0" destOrd="0" presId="urn:microsoft.com/office/officeart/2018/5/layout/IconCircleLabelList"/>
    <dgm:cxn modelId="{1487ED2A-8CB2-40E5-912C-171BBEFE2272}" type="presParOf" srcId="{BA1BE4B9-6859-43AF-B768-0A80E7241607}" destId="{4CDB6AE1-D660-4BEE-94CC-5971DACD628D}" srcOrd="1" destOrd="0" presId="urn:microsoft.com/office/officeart/2018/5/layout/IconCircleLabelList"/>
    <dgm:cxn modelId="{8B3A4F45-F97C-488C-92DE-C950D28D7F13}" type="presParOf" srcId="{BA1BE4B9-6859-43AF-B768-0A80E7241607}" destId="{6D91B641-4E37-4709-84E8-F261E72CDE6A}" srcOrd="2" destOrd="0" presId="urn:microsoft.com/office/officeart/2018/5/layout/IconCircleLabelList"/>
    <dgm:cxn modelId="{D0FDF8D1-8DEF-471E-87D2-2E27DB6272AB}" type="presParOf" srcId="{BA1BE4B9-6859-43AF-B768-0A80E7241607}" destId="{3B487270-A2AB-42C0-8E0D-A44F4BEAF776}" srcOrd="3" destOrd="0" presId="urn:microsoft.com/office/officeart/2018/5/layout/IconCircleLabelList"/>
    <dgm:cxn modelId="{9110491D-50E0-4B29-B7AE-72D91EA9C8AE}" type="presParOf" srcId="{733665B1-3E4E-4B4E-A210-FCEA64D0B36F}" destId="{D81F3B58-1675-473E-81E0-3298557B43A0}" srcOrd="3" destOrd="0" presId="urn:microsoft.com/office/officeart/2018/5/layout/IconCircleLabelList"/>
    <dgm:cxn modelId="{908DCEB3-2C25-4D46-9193-15E8757BB400}" type="presParOf" srcId="{733665B1-3E4E-4B4E-A210-FCEA64D0B36F}" destId="{57339D9D-83A0-4348-A96F-CF157E5ED4AE}" srcOrd="4" destOrd="0" presId="urn:microsoft.com/office/officeart/2018/5/layout/IconCircleLabelList"/>
    <dgm:cxn modelId="{6CAD14EB-3378-479B-97B3-F99670184364}" type="presParOf" srcId="{57339D9D-83A0-4348-A96F-CF157E5ED4AE}" destId="{77A8180D-0B49-4A68-9133-282475A7DAEE}" srcOrd="0" destOrd="0" presId="urn:microsoft.com/office/officeart/2018/5/layout/IconCircleLabelList"/>
    <dgm:cxn modelId="{4C6FF332-E07A-453F-92B3-6FFA27847B49}" type="presParOf" srcId="{57339D9D-83A0-4348-A96F-CF157E5ED4AE}" destId="{FEC0E961-EE44-4E78-962F-686F0B4C73BB}" srcOrd="1" destOrd="0" presId="urn:microsoft.com/office/officeart/2018/5/layout/IconCircleLabelList"/>
    <dgm:cxn modelId="{61752FEE-2D2C-44A7-9834-35E3E9BBAA37}" type="presParOf" srcId="{57339D9D-83A0-4348-A96F-CF157E5ED4AE}" destId="{4EAD977F-6E32-4D74-A7E5-54B75BEEF2E9}" srcOrd="2" destOrd="0" presId="urn:microsoft.com/office/officeart/2018/5/layout/IconCircleLabelList"/>
    <dgm:cxn modelId="{DCE5E028-48DF-4F51-933E-F9948C5E3F9C}" type="presParOf" srcId="{57339D9D-83A0-4348-A96F-CF157E5ED4AE}" destId="{2284E201-F173-4EAD-B649-CE9C7AE7FA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376E3E-2289-4FF9-A74D-ED022DB2FB7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EB753B-E102-4BE9-A380-C71855BE1139}">
      <dgm:prSet/>
      <dgm:spPr/>
      <dgm:t>
        <a:bodyPr/>
        <a:lstStyle/>
        <a:p>
          <a:r>
            <a:rPr lang="cs-CZ" dirty="0"/>
            <a:t>Esp8266 (</a:t>
          </a:r>
          <a:r>
            <a:rPr lang="cs-CZ" dirty="0" err="1"/>
            <a:t>Wemos</a:t>
          </a:r>
          <a:r>
            <a:rPr lang="cs-CZ" dirty="0"/>
            <a:t> D1 mini)</a:t>
          </a:r>
          <a:endParaRPr lang="en-US" dirty="0"/>
        </a:p>
      </dgm:t>
    </dgm:pt>
    <dgm:pt modelId="{88D2AE65-D5CA-47CC-81CF-4ABD03B62185}" type="parTrans" cxnId="{70422E81-85BD-412C-AF68-A2B6903DD051}">
      <dgm:prSet/>
      <dgm:spPr/>
      <dgm:t>
        <a:bodyPr/>
        <a:lstStyle/>
        <a:p>
          <a:endParaRPr lang="en-US"/>
        </a:p>
      </dgm:t>
    </dgm:pt>
    <dgm:pt modelId="{B0F61D92-C95D-41B1-AE00-6C909D97C3A5}" type="sibTrans" cxnId="{70422E81-85BD-412C-AF68-A2B6903DD051}">
      <dgm:prSet/>
      <dgm:spPr/>
      <dgm:t>
        <a:bodyPr/>
        <a:lstStyle/>
        <a:p>
          <a:endParaRPr lang="en-US"/>
        </a:p>
      </dgm:t>
    </dgm:pt>
    <dgm:pt modelId="{32160EE6-7116-474B-A153-A53C4053D673}">
      <dgm:prSet/>
      <dgm:spPr/>
      <dgm:t>
        <a:bodyPr/>
        <a:lstStyle/>
        <a:p>
          <a:r>
            <a:rPr lang="cs-CZ"/>
            <a:t>DHT11</a:t>
          </a:r>
          <a:endParaRPr lang="en-US"/>
        </a:p>
      </dgm:t>
    </dgm:pt>
    <dgm:pt modelId="{445F3D08-95B8-4C86-A48E-51CBA937B0E3}" type="parTrans" cxnId="{0537C8ED-8C0C-4615-A784-4CB8AD11FA5F}">
      <dgm:prSet/>
      <dgm:spPr/>
      <dgm:t>
        <a:bodyPr/>
        <a:lstStyle/>
        <a:p>
          <a:endParaRPr lang="en-US"/>
        </a:p>
      </dgm:t>
    </dgm:pt>
    <dgm:pt modelId="{5244C73C-FBD5-43C6-8501-2C628712DD38}" type="sibTrans" cxnId="{0537C8ED-8C0C-4615-A784-4CB8AD11FA5F}">
      <dgm:prSet/>
      <dgm:spPr/>
      <dgm:t>
        <a:bodyPr/>
        <a:lstStyle/>
        <a:p>
          <a:endParaRPr lang="en-US"/>
        </a:p>
      </dgm:t>
    </dgm:pt>
    <dgm:pt modelId="{6891B84D-896D-4B24-ADE4-B0E164879207}">
      <dgm:prSet/>
      <dgm:spPr/>
      <dgm:t>
        <a:bodyPr/>
        <a:lstStyle/>
        <a:p>
          <a:r>
            <a:rPr lang="cs-CZ" dirty="0"/>
            <a:t>Senzor hladiny vody</a:t>
          </a:r>
          <a:endParaRPr lang="en-US" dirty="0"/>
        </a:p>
      </dgm:t>
    </dgm:pt>
    <dgm:pt modelId="{5D6D53EC-BC26-4B8D-944A-AFBD715CF4E3}" type="parTrans" cxnId="{8FE52643-BC11-44E3-A653-4CE4BF9A6A50}">
      <dgm:prSet/>
      <dgm:spPr/>
      <dgm:t>
        <a:bodyPr/>
        <a:lstStyle/>
        <a:p>
          <a:endParaRPr lang="en-US"/>
        </a:p>
      </dgm:t>
    </dgm:pt>
    <dgm:pt modelId="{D7F5E153-54ED-428A-89A5-9AE881513A8D}" type="sibTrans" cxnId="{8FE52643-BC11-44E3-A653-4CE4BF9A6A50}">
      <dgm:prSet/>
      <dgm:spPr/>
      <dgm:t>
        <a:bodyPr/>
        <a:lstStyle/>
        <a:p>
          <a:endParaRPr lang="en-US"/>
        </a:p>
      </dgm:t>
    </dgm:pt>
    <dgm:pt modelId="{BDF27F14-C7D5-47EF-A7A7-3E82F9E778D6}">
      <dgm:prSet/>
      <dgm:spPr/>
      <dgm:t>
        <a:bodyPr/>
        <a:lstStyle/>
        <a:p>
          <a:r>
            <a:rPr lang="cs-CZ"/>
            <a:t>Senzor vlhkosti půdy</a:t>
          </a:r>
          <a:endParaRPr lang="en-US"/>
        </a:p>
      </dgm:t>
    </dgm:pt>
    <dgm:pt modelId="{8A88EAD8-109E-456C-9814-81D3702B60A0}" type="parTrans" cxnId="{E777C5BE-88AD-49A2-A0BC-D744383901E0}">
      <dgm:prSet/>
      <dgm:spPr/>
      <dgm:t>
        <a:bodyPr/>
        <a:lstStyle/>
        <a:p>
          <a:endParaRPr lang="en-US"/>
        </a:p>
      </dgm:t>
    </dgm:pt>
    <dgm:pt modelId="{22DCF0C8-46AA-4A6B-8739-5F34A4D53055}" type="sibTrans" cxnId="{E777C5BE-88AD-49A2-A0BC-D744383901E0}">
      <dgm:prSet/>
      <dgm:spPr/>
      <dgm:t>
        <a:bodyPr/>
        <a:lstStyle/>
        <a:p>
          <a:endParaRPr lang="en-US"/>
        </a:p>
      </dgm:t>
    </dgm:pt>
    <dgm:pt modelId="{00A8C541-5E7C-4C18-8251-EF426FB14024}">
      <dgm:prSet/>
      <dgm:spPr/>
      <dgm:t>
        <a:bodyPr/>
        <a:lstStyle/>
        <a:p>
          <a:r>
            <a:rPr lang="cs-CZ"/>
            <a:t>Vodní pumpa</a:t>
          </a:r>
          <a:endParaRPr lang="en-US"/>
        </a:p>
      </dgm:t>
    </dgm:pt>
    <dgm:pt modelId="{AADD6C23-93E8-4822-A735-1F9503485179}" type="parTrans" cxnId="{BEEA2F3E-C78D-4AA0-8FFF-7404FF934787}">
      <dgm:prSet/>
      <dgm:spPr/>
      <dgm:t>
        <a:bodyPr/>
        <a:lstStyle/>
        <a:p>
          <a:endParaRPr lang="en-US"/>
        </a:p>
      </dgm:t>
    </dgm:pt>
    <dgm:pt modelId="{A11BCDEC-9744-4F02-ACA6-DB1B25F57EB0}" type="sibTrans" cxnId="{BEEA2F3E-C78D-4AA0-8FFF-7404FF934787}">
      <dgm:prSet/>
      <dgm:spPr/>
      <dgm:t>
        <a:bodyPr/>
        <a:lstStyle/>
        <a:p>
          <a:endParaRPr lang="en-US"/>
        </a:p>
      </dgm:t>
    </dgm:pt>
    <dgm:pt modelId="{44572DE5-C158-43E4-899B-4995F40525BF}" type="pres">
      <dgm:prSet presAssocID="{D0376E3E-2289-4FF9-A74D-ED022DB2FB71}" presName="linear" presStyleCnt="0">
        <dgm:presLayoutVars>
          <dgm:animLvl val="lvl"/>
          <dgm:resizeHandles val="exact"/>
        </dgm:presLayoutVars>
      </dgm:prSet>
      <dgm:spPr/>
    </dgm:pt>
    <dgm:pt modelId="{902F922A-C52E-498D-BDFE-5D3CAA143430}" type="pres">
      <dgm:prSet presAssocID="{53EB753B-E102-4BE9-A380-C71855BE113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8FCB560-9BA2-4499-A60A-AF943D584A4D}" type="pres">
      <dgm:prSet presAssocID="{B0F61D92-C95D-41B1-AE00-6C909D97C3A5}" presName="spacer" presStyleCnt="0"/>
      <dgm:spPr/>
    </dgm:pt>
    <dgm:pt modelId="{0B01BAFA-9FB6-418D-B0EE-83A8AF8D6AF7}" type="pres">
      <dgm:prSet presAssocID="{32160EE6-7116-474B-A153-A53C4053D6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74BAA75-2992-4DB5-8EC0-A7EF40EDD351}" type="pres">
      <dgm:prSet presAssocID="{5244C73C-FBD5-43C6-8501-2C628712DD38}" presName="spacer" presStyleCnt="0"/>
      <dgm:spPr/>
    </dgm:pt>
    <dgm:pt modelId="{D1364F30-25A0-411C-816F-5AE769542207}" type="pres">
      <dgm:prSet presAssocID="{6891B84D-896D-4B24-ADE4-B0E16487920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9221837-875C-419F-B89F-DCC6E8B9EE48}" type="pres">
      <dgm:prSet presAssocID="{D7F5E153-54ED-428A-89A5-9AE881513A8D}" presName="spacer" presStyleCnt="0"/>
      <dgm:spPr/>
    </dgm:pt>
    <dgm:pt modelId="{73B57EED-3A64-4600-BB66-54D158A3F832}" type="pres">
      <dgm:prSet presAssocID="{BDF27F14-C7D5-47EF-A7A7-3E82F9E778D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D034189-DAA2-4EDB-B7BE-C25BD63765C9}" type="pres">
      <dgm:prSet presAssocID="{22DCF0C8-46AA-4A6B-8739-5F34A4D53055}" presName="spacer" presStyleCnt="0"/>
      <dgm:spPr/>
    </dgm:pt>
    <dgm:pt modelId="{25897256-9DA5-45A9-9B3F-6FA8BEDF55F2}" type="pres">
      <dgm:prSet presAssocID="{00A8C541-5E7C-4C18-8251-EF426FB1402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1E2E320-819B-4EC4-8522-E72913A4CA36}" type="presOf" srcId="{BDF27F14-C7D5-47EF-A7A7-3E82F9E778D6}" destId="{73B57EED-3A64-4600-BB66-54D158A3F832}" srcOrd="0" destOrd="0" presId="urn:microsoft.com/office/officeart/2005/8/layout/vList2"/>
    <dgm:cxn modelId="{BEEA2F3E-C78D-4AA0-8FFF-7404FF934787}" srcId="{D0376E3E-2289-4FF9-A74D-ED022DB2FB71}" destId="{00A8C541-5E7C-4C18-8251-EF426FB14024}" srcOrd="4" destOrd="0" parTransId="{AADD6C23-93E8-4822-A735-1F9503485179}" sibTransId="{A11BCDEC-9744-4F02-ACA6-DB1B25F57EB0}"/>
    <dgm:cxn modelId="{8FE52643-BC11-44E3-A653-4CE4BF9A6A50}" srcId="{D0376E3E-2289-4FF9-A74D-ED022DB2FB71}" destId="{6891B84D-896D-4B24-ADE4-B0E164879207}" srcOrd="2" destOrd="0" parTransId="{5D6D53EC-BC26-4B8D-944A-AFBD715CF4E3}" sibTransId="{D7F5E153-54ED-428A-89A5-9AE881513A8D}"/>
    <dgm:cxn modelId="{CA78FD6D-C4AE-4B51-904D-DF0FCCCB814C}" type="presOf" srcId="{53EB753B-E102-4BE9-A380-C71855BE1139}" destId="{902F922A-C52E-498D-BDFE-5D3CAA143430}" srcOrd="0" destOrd="0" presId="urn:microsoft.com/office/officeart/2005/8/layout/vList2"/>
    <dgm:cxn modelId="{0C81B850-0172-473E-B5BB-B3C0666B1AE4}" type="presOf" srcId="{6891B84D-896D-4B24-ADE4-B0E164879207}" destId="{D1364F30-25A0-411C-816F-5AE769542207}" srcOrd="0" destOrd="0" presId="urn:microsoft.com/office/officeart/2005/8/layout/vList2"/>
    <dgm:cxn modelId="{70422E81-85BD-412C-AF68-A2B6903DD051}" srcId="{D0376E3E-2289-4FF9-A74D-ED022DB2FB71}" destId="{53EB753B-E102-4BE9-A380-C71855BE1139}" srcOrd="0" destOrd="0" parTransId="{88D2AE65-D5CA-47CC-81CF-4ABD03B62185}" sibTransId="{B0F61D92-C95D-41B1-AE00-6C909D97C3A5}"/>
    <dgm:cxn modelId="{C39EF488-CEC3-4688-AA67-8351D4199A29}" type="presOf" srcId="{D0376E3E-2289-4FF9-A74D-ED022DB2FB71}" destId="{44572DE5-C158-43E4-899B-4995F40525BF}" srcOrd="0" destOrd="0" presId="urn:microsoft.com/office/officeart/2005/8/layout/vList2"/>
    <dgm:cxn modelId="{59F4D3BA-A511-4B3E-930D-D8678C377ED6}" type="presOf" srcId="{00A8C541-5E7C-4C18-8251-EF426FB14024}" destId="{25897256-9DA5-45A9-9B3F-6FA8BEDF55F2}" srcOrd="0" destOrd="0" presId="urn:microsoft.com/office/officeart/2005/8/layout/vList2"/>
    <dgm:cxn modelId="{E777C5BE-88AD-49A2-A0BC-D744383901E0}" srcId="{D0376E3E-2289-4FF9-A74D-ED022DB2FB71}" destId="{BDF27F14-C7D5-47EF-A7A7-3E82F9E778D6}" srcOrd="3" destOrd="0" parTransId="{8A88EAD8-109E-456C-9814-81D3702B60A0}" sibTransId="{22DCF0C8-46AA-4A6B-8739-5F34A4D53055}"/>
    <dgm:cxn modelId="{800D76C6-9078-4DBF-8E40-53A80AED6681}" type="presOf" srcId="{32160EE6-7116-474B-A153-A53C4053D673}" destId="{0B01BAFA-9FB6-418D-B0EE-83A8AF8D6AF7}" srcOrd="0" destOrd="0" presId="urn:microsoft.com/office/officeart/2005/8/layout/vList2"/>
    <dgm:cxn modelId="{0537C8ED-8C0C-4615-A784-4CB8AD11FA5F}" srcId="{D0376E3E-2289-4FF9-A74D-ED022DB2FB71}" destId="{32160EE6-7116-474B-A153-A53C4053D673}" srcOrd="1" destOrd="0" parTransId="{445F3D08-95B8-4C86-A48E-51CBA937B0E3}" sibTransId="{5244C73C-FBD5-43C6-8501-2C628712DD38}"/>
    <dgm:cxn modelId="{669C7193-A021-4C6C-B61A-08EE4FD50CBF}" type="presParOf" srcId="{44572DE5-C158-43E4-899B-4995F40525BF}" destId="{902F922A-C52E-498D-BDFE-5D3CAA143430}" srcOrd="0" destOrd="0" presId="urn:microsoft.com/office/officeart/2005/8/layout/vList2"/>
    <dgm:cxn modelId="{5D59B058-8B26-4EFA-881B-D4E73DCFC3FD}" type="presParOf" srcId="{44572DE5-C158-43E4-899B-4995F40525BF}" destId="{68FCB560-9BA2-4499-A60A-AF943D584A4D}" srcOrd="1" destOrd="0" presId="urn:microsoft.com/office/officeart/2005/8/layout/vList2"/>
    <dgm:cxn modelId="{E8FE9E4C-D3FA-469D-816B-8613A907630C}" type="presParOf" srcId="{44572DE5-C158-43E4-899B-4995F40525BF}" destId="{0B01BAFA-9FB6-418D-B0EE-83A8AF8D6AF7}" srcOrd="2" destOrd="0" presId="urn:microsoft.com/office/officeart/2005/8/layout/vList2"/>
    <dgm:cxn modelId="{2FA1EEF0-254B-4C0C-9A73-1724DE33AC10}" type="presParOf" srcId="{44572DE5-C158-43E4-899B-4995F40525BF}" destId="{374BAA75-2992-4DB5-8EC0-A7EF40EDD351}" srcOrd="3" destOrd="0" presId="urn:microsoft.com/office/officeart/2005/8/layout/vList2"/>
    <dgm:cxn modelId="{4AE487DF-7E8E-48D2-B6EE-884FAED9554B}" type="presParOf" srcId="{44572DE5-C158-43E4-899B-4995F40525BF}" destId="{D1364F30-25A0-411C-816F-5AE769542207}" srcOrd="4" destOrd="0" presId="urn:microsoft.com/office/officeart/2005/8/layout/vList2"/>
    <dgm:cxn modelId="{685CD1AA-FA41-47EE-8502-87271437D26C}" type="presParOf" srcId="{44572DE5-C158-43E4-899B-4995F40525BF}" destId="{79221837-875C-419F-B89F-DCC6E8B9EE48}" srcOrd="5" destOrd="0" presId="urn:microsoft.com/office/officeart/2005/8/layout/vList2"/>
    <dgm:cxn modelId="{5A6BD1D4-BBB9-47AA-A77B-695BDE7DC8C4}" type="presParOf" srcId="{44572DE5-C158-43E4-899B-4995F40525BF}" destId="{73B57EED-3A64-4600-BB66-54D158A3F832}" srcOrd="6" destOrd="0" presId="urn:microsoft.com/office/officeart/2005/8/layout/vList2"/>
    <dgm:cxn modelId="{8904A607-568B-44A6-A04D-28B8598E7487}" type="presParOf" srcId="{44572DE5-C158-43E4-899B-4995F40525BF}" destId="{0D034189-DAA2-4EDB-B7BE-C25BD63765C9}" srcOrd="7" destOrd="0" presId="urn:microsoft.com/office/officeart/2005/8/layout/vList2"/>
    <dgm:cxn modelId="{1487806A-3B91-4DBB-9A0A-F83D0C9F95D8}" type="presParOf" srcId="{44572DE5-C158-43E4-899B-4995F40525BF}" destId="{25897256-9DA5-45A9-9B3F-6FA8BEDF55F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F0B6F5-98E6-42DD-AECF-B923CF709BF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52399F-210D-4D42-8B35-820F94828FFA}">
      <dgm:prSet/>
      <dgm:spPr/>
      <dgm:t>
        <a:bodyPr/>
        <a:lstStyle/>
        <a:p>
          <a:r>
            <a:rPr lang="cs-CZ"/>
            <a:t>LittleFs</a:t>
          </a:r>
          <a:endParaRPr lang="en-US"/>
        </a:p>
      </dgm:t>
    </dgm:pt>
    <dgm:pt modelId="{AD1FFA0E-B6A7-4934-AFB4-A7A93F3D3AEE}" type="parTrans" cxnId="{7DD9D53C-900A-43BC-82B4-EC6708387C47}">
      <dgm:prSet/>
      <dgm:spPr/>
      <dgm:t>
        <a:bodyPr/>
        <a:lstStyle/>
        <a:p>
          <a:endParaRPr lang="en-US"/>
        </a:p>
      </dgm:t>
    </dgm:pt>
    <dgm:pt modelId="{7534824E-5B59-449E-BD47-630AAB082CAC}" type="sibTrans" cxnId="{7DD9D53C-900A-43BC-82B4-EC6708387C47}">
      <dgm:prSet/>
      <dgm:spPr/>
      <dgm:t>
        <a:bodyPr/>
        <a:lstStyle/>
        <a:p>
          <a:endParaRPr lang="en-US"/>
        </a:p>
      </dgm:t>
    </dgm:pt>
    <dgm:pt modelId="{0FA5C7A0-9091-4A50-803A-A36AD4ABB541}">
      <dgm:prSet/>
      <dgm:spPr/>
      <dgm:t>
        <a:bodyPr/>
        <a:lstStyle/>
        <a:p>
          <a:r>
            <a:rPr lang="cs-CZ"/>
            <a:t>EspAsyncWebServer</a:t>
          </a:r>
          <a:endParaRPr lang="en-US"/>
        </a:p>
      </dgm:t>
    </dgm:pt>
    <dgm:pt modelId="{C892CDB7-291B-4B8F-8DF7-6AE52016109C}" type="parTrans" cxnId="{8540C0DD-20E8-4E66-AB39-CFCC0B163F4C}">
      <dgm:prSet/>
      <dgm:spPr/>
      <dgm:t>
        <a:bodyPr/>
        <a:lstStyle/>
        <a:p>
          <a:endParaRPr lang="en-US"/>
        </a:p>
      </dgm:t>
    </dgm:pt>
    <dgm:pt modelId="{59A677C0-6B8F-4B7A-B732-A90DE7DA7815}" type="sibTrans" cxnId="{8540C0DD-20E8-4E66-AB39-CFCC0B163F4C}">
      <dgm:prSet/>
      <dgm:spPr/>
      <dgm:t>
        <a:bodyPr/>
        <a:lstStyle/>
        <a:p>
          <a:endParaRPr lang="en-US"/>
        </a:p>
      </dgm:t>
    </dgm:pt>
    <dgm:pt modelId="{A9924E5D-19E4-477E-95E5-23CA4F1E67EE}">
      <dgm:prSet/>
      <dgm:spPr/>
      <dgm:t>
        <a:bodyPr/>
        <a:lstStyle/>
        <a:p>
          <a:r>
            <a:rPr lang="cs-CZ"/>
            <a:t>MQTT </a:t>
          </a:r>
          <a:endParaRPr lang="en-US"/>
        </a:p>
      </dgm:t>
    </dgm:pt>
    <dgm:pt modelId="{21E9305B-1B88-40B5-88AE-26848730726C}" type="parTrans" cxnId="{24B52A20-2929-4970-B6A9-9C2905346E50}">
      <dgm:prSet/>
      <dgm:spPr/>
      <dgm:t>
        <a:bodyPr/>
        <a:lstStyle/>
        <a:p>
          <a:endParaRPr lang="en-US"/>
        </a:p>
      </dgm:t>
    </dgm:pt>
    <dgm:pt modelId="{1294EE13-83DF-48A8-B34C-2DEB954A0E8B}" type="sibTrans" cxnId="{24B52A20-2929-4970-B6A9-9C2905346E50}">
      <dgm:prSet/>
      <dgm:spPr/>
      <dgm:t>
        <a:bodyPr/>
        <a:lstStyle/>
        <a:p>
          <a:endParaRPr lang="en-US"/>
        </a:p>
      </dgm:t>
    </dgm:pt>
    <dgm:pt modelId="{BB4580E5-CB48-4F4F-9EAE-2A9904D05182}">
      <dgm:prSet/>
      <dgm:spPr/>
      <dgm:t>
        <a:bodyPr/>
        <a:lstStyle/>
        <a:p>
          <a:r>
            <a:rPr lang="cs-CZ"/>
            <a:t>Home Assistant </a:t>
          </a:r>
          <a:endParaRPr lang="en-US"/>
        </a:p>
      </dgm:t>
    </dgm:pt>
    <dgm:pt modelId="{81ED3045-DA97-4409-8E09-8CFE1C189304}" type="parTrans" cxnId="{87DE8DDD-C5BD-40F2-A383-E177C3FC6AE2}">
      <dgm:prSet/>
      <dgm:spPr/>
      <dgm:t>
        <a:bodyPr/>
        <a:lstStyle/>
        <a:p>
          <a:endParaRPr lang="en-US"/>
        </a:p>
      </dgm:t>
    </dgm:pt>
    <dgm:pt modelId="{6DE78434-04F8-4CD5-9556-8E9A1E9EE30A}" type="sibTrans" cxnId="{87DE8DDD-C5BD-40F2-A383-E177C3FC6AE2}">
      <dgm:prSet/>
      <dgm:spPr/>
      <dgm:t>
        <a:bodyPr/>
        <a:lstStyle/>
        <a:p>
          <a:endParaRPr lang="en-US"/>
        </a:p>
      </dgm:t>
    </dgm:pt>
    <dgm:pt modelId="{0C14F4E1-8AFC-48FE-A605-1143CCB87F48}">
      <dgm:prSet/>
      <dgm:spPr/>
      <dgm:t>
        <a:bodyPr/>
        <a:lstStyle/>
        <a:p>
          <a:r>
            <a:rPr lang="cs-CZ"/>
            <a:t>ESPhome</a:t>
          </a:r>
          <a:endParaRPr lang="en-US"/>
        </a:p>
      </dgm:t>
    </dgm:pt>
    <dgm:pt modelId="{833326DC-6F3F-4A9C-9FA1-06938361757B}" type="parTrans" cxnId="{8A3BBF27-4E75-4BBA-BC4E-456FF8E75E91}">
      <dgm:prSet/>
      <dgm:spPr/>
      <dgm:t>
        <a:bodyPr/>
        <a:lstStyle/>
        <a:p>
          <a:endParaRPr lang="en-US"/>
        </a:p>
      </dgm:t>
    </dgm:pt>
    <dgm:pt modelId="{001E4E10-567E-47DE-B886-DC3ABFD7ABAF}" type="sibTrans" cxnId="{8A3BBF27-4E75-4BBA-BC4E-456FF8E75E91}">
      <dgm:prSet/>
      <dgm:spPr/>
      <dgm:t>
        <a:bodyPr/>
        <a:lstStyle/>
        <a:p>
          <a:endParaRPr lang="en-US"/>
        </a:p>
      </dgm:t>
    </dgm:pt>
    <dgm:pt modelId="{53033A96-AB80-49CA-A487-928C19DFAAC3}" type="pres">
      <dgm:prSet presAssocID="{99F0B6F5-98E6-42DD-AECF-B923CF709BF7}" presName="linear" presStyleCnt="0">
        <dgm:presLayoutVars>
          <dgm:animLvl val="lvl"/>
          <dgm:resizeHandles val="exact"/>
        </dgm:presLayoutVars>
      </dgm:prSet>
      <dgm:spPr/>
    </dgm:pt>
    <dgm:pt modelId="{2777D0F8-A04B-4668-BDE9-A67E883C0B5D}" type="pres">
      <dgm:prSet presAssocID="{5052399F-210D-4D42-8B35-820F94828FF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A3C63FA-3AA3-4938-B087-22DC5FFAD7BA}" type="pres">
      <dgm:prSet presAssocID="{7534824E-5B59-449E-BD47-630AAB082CAC}" presName="spacer" presStyleCnt="0"/>
      <dgm:spPr/>
    </dgm:pt>
    <dgm:pt modelId="{602E5CB4-CE7E-4CE9-8EAD-C497C6CEE9C2}" type="pres">
      <dgm:prSet presAssocID="{0FA5C7A0-9091-4A50-803A-A36AD4ABB5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746C036-9B59-45D2-9D1C-5F07DE82C25E}" type="pres">
      <dgm:prSet presAssocID="{59A677C0-6B8F-4B7A-B732-A90DE7DA7815}" presName="spacer" presStyleCnt="0"/>
      <dgm:spPr/>
    </dgm:pt>
    <dgm:pt modelId="{4BBA490D-CEBD-46C4-960F-27D37B03F333}" type="pres">
      <dgm:prSet presAssocID="{A9924E5D-19E4-477E-95E5-23CA4F1E67E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745B053-1F68-497F-BB7D-FC1CA82D37BD}" type="pres">
      <dgm:prSet presAssocID="{1294EE13-83DF-48A8-B34C-2DEB954A0E8B}" presName="spacer" presStyleCnt="0"/>
      <dgm:spPr/>
    </dgm:pt>
    <dgm:pt modelId="{E13DA7C4-7642-4ED1-ACE8-007D94ADE711}" type="pres">
      <dgm:prSet presAssocID="{BB4580E5-CB48-4F4F-9EAE-2A9904D0518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E685C69-E17F-492F-8D05-CE7731A09A7E}" type="pres">
      <dgm:prSet presAssocID="{6DE78434-04F8-4CD5-9556-8E9A1E9EE30A}" presName="spacer" presStyleCnt="0"/>
      <dgm:spPr/>
    </dgm:pt>
    <dgm:pt modelId="{81C0AA47-F455-4BE5-A554-FE039798D128}" type="pres">
      <dgm:prSet presAssocID="{0C14F4E1-8AFC-48FE-A605-1143CCB87F4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4B52A20-2929-4970-B6A9-9C2905346E50}" srcId="{99F0B6F5-98E6-42DD-AECF-B923CF709BF7}" destId="{A9924E5D-19E4-477E-95E5-23CA4F1E67EE}" srcOrd="2" destOrd="0" parTransId="{21E9305B-1B88-40B5-88AE-26848730726C}" sibTransId="{1294EE13-83DF-48A8-B34C-2DEB954A0E8B}"/>
    <dgm:cxn modelId="{8A3BBF27-4E75-4BBA-BC4E-456FF8E75E91}" srcId="{99F0B6F5-98E6-42DD-AECF-B923CF709BF7}" destId="{0C14F4E1-8AFC-48FE-A605-1143CCB87F48}" srcOrd="4" destOrd="0" parTransId="{833326DC-6F3F-4A9C-9FA1-06938361757B}" sibTransId="{001E4E10-567E-47DE-B886-DC3ABFD7ABAF}"/>
    <dgm:cxn modelId="{7DD9D53C-900A-43BC-82B4-EC6708387C47}" srcId="{99F0B6F5-98E6-42DD-AECF-B923CF709BF7}" destId="{5052399F-210D-4D42-8B35-820F94828FFA}" srcOrd="0" destOrd="0" parTransId="{AD1FFA0E-B6A7-4934-AFB4-A7A93F3D3AEE}" sibTransId="{7534824E-5B59-449E-BD47-630AAB082CAC}"/>
    <dgm:cxn modelId="{B0CD6947-CA6C-4544-8DD1-A6802C91825C}" type="presOf" srcId="{0C14F4E1-8AFC-48FE-A605-1143CCB87F48}" destId="{81C0AA47-F455-4BE5-A554-FE039798D128}" srcOrd="0" destOrd="0" presId="urn:microsoft.com/office/officeart/2005/8/layout/vList2"/>
    <dgm:cxn modelId="{B15759CA-FA69-4AFE-BD39-8085CDCFBF63}" type="presOf" srcId="{BB4580E5-CB48-4F4F-9EAE-2A9904D05182}" destId="{E13DA7C4-7642-4ED1-ACE8-007D94ADE711}" srcOrd="0" destOrd="0" presId="urn:microsoft.com/office/officeart/2005/8/layout/vList2"/>
    <dgm:cxn modelId="{BBC337D8-D053-42A4-B3CC-13B6DF68F27D}" type="presOf" srcId="{99F0B6F5-98E6-42DD-AECF-B923CF709BF7}" destId="{53033A96-AB80-49CA-A487-928C19DFAAC3}" srcOrd="0" destOrd="0" presId="urn:microsoft.com/office/officeart/2005/8/layout/vList2"/>
    <dgm:cxn modelId="{23AF3BD9-6627-4579-8BFA-A724413E702B}" type="presOf" srcId="{0FA5C7A0-9091-4A50-803A-A36AD4ABB541}" destId="{602E5CB4-CE7E-4CE9-8EAD-C497C6CEE9C2}" srcOrd="0" destOrd="0" presId="urn:microsoft.com/office/officeart/2005/8/layout/vList2"/>
    <dgm:cxn modelId="{87DE8DDD-C5BD-40F2-A383-E177C3FC6AE2}" srcId="{99F0B6F5-98E6-42DD-AECF-B923CF709BF7}" destId="{BB4580E5-CB48-4F4F-9EAE-2A9904D05182}" srcOrd="3" destOrd="0" parTransId="{81ED3045-DA97-4409-8E09-8CFE1C189304}" sibTransId="{6DE78434-04F8-4CD5-9556-8E9A1E9EE30A}"/>
    <dgm:cxn modelId="{8540C0DD-20E8-4E66-AB39-CFCC0B163F4C}" srcId="{99F0B6F5-98E6-42DD-AECF-B923CF709BF7}" destId="{0FA5C7A0-9091-4A50-803A-A36AD4ABB541}" srcOrd="1" destOrd="0" parTransId="{C892CDB7-291B-4B8F-8DF7-6AE52016109C}" sibTransId="{59A677C0-6B8F-4B7A-B732-A90DE7DA7815}"/>
    <dgm:cxn modelId="{76176FDE-91FE-48C5-A710-867562A44226}" type="presOf" srcId="{5052399F-210D-4D42-8B35-820F94828FFA}" destId="{2777D0F8-A04B-4668-BDE9-A67E883C0B5D}" srcOrd="0" destOrd="0" presId="urn:microsoft.com/office/officeart/2005/8/layout/vList2"/>
    <dgm:cxn modelId="{56D95BE5-BAE3-4BB7-AC43-C6FFAE0E6F31}" type="presOf" srcId="{A9924E5D-19E4-477E-95E5-23CA4F1E67EE}" destId="{4BBA490D-CEBD-46C4-960F-27D37B03F333}" srcOrd="0" destOrd="0" presId="urn:microsoft.com/office/officeart/2005/8/layout/vList2"/>
    <dgm:cxn modelId="{F3E9EE65-8E31-4D17-8881-E429F51E0C18}" type="presParOf" srcId="{53033A96-AB80-49CA-A487-928C19DFAAC3}" destId="{2777D0F8-A04B-4668-BDE9-A67E883C0B5D}" srcOrd="0" destOrd="0" presId="urn:microsoft.com/office/officeart/2005/8/layout/vList2"/>
    <dgm:cxn modelId="{001A6952-590E-4BF1-93B8-E380324931AA}" type="presParOf" srcId="{53033A96-AB80-49CA-A487-928C19DFAAC3}" destId="{9A3C63FA-3AA3-4938-B087-22DC5FFAD7BA}" srcOrd="1" destOrd="0" presId="urn:microsoft.com/office/officeart/2005/8/layout/vList2"/>
    <dgm:cxn modelId="{12389D2F-275D-41E5-ABDB-83DD36F0F6C7}" type="presParOf" srcId="{53033A96-AB80-49CA-A487-928C19DFAAC3}" destId="{602E5CB4-CE7E-4CE9-8EAD-C497C6CEE9C2}" srcOrd="2" destOrd="0" presId="urn:microsoft.com/office/officeart/2005/8/layout/vList2"/>
    <dgm:cxn modelId="{0F6F8746-0D34-416E-93E8-7C234E45F564}" type="presParOf" srcId="{53033A96-AB80-49CA-A487-928C19DFAAC3}" destId="{1746C036-9B59-45D2-9D1C-5F07DE82C25E}" srcOrd="3" destOrd="0" presId="urn:microsoft.com/office/officeart/2005/8/layout/vList2"/>
    <dgm:cxn modelId="{6A39519C-169F-4839-871E-29BDFB6AD22D}" type="presParOf" srcId="{53033A96-AB80-49CA-A487-928C19DFAAC3}" destId="{4BBA490D-CEBD-46C4-960F-27D37B03F333}" srcOrd="4" destOrd="0" presId="urn:microsoft.com/office/officeart/2005/8/layout/vList2"/>
    <dgm:cxn modelId="{10084AF8-BFED-4018-BF26-DBEE1A1DDA1B}" type="presParOf" srcId="{53033A96-AB80-49CA-A487-928C19DFAAC3}" destId="{0745B053-1F68-497F-BB7D-FC1CA82D37BD}" srcOrd="5" destOrd="0" presId="urn:microsoft.com/office/officeart/2005/8/layout/vList2"/>
    <dgm:cxn modelId="{FD6B3834-E1F2-4DC1-8C85-E02744A62F52}" type="presParOf" srcId="{53033A96-AB80-49CA-A487-928C19DFAAC3}" destId="{E13DA7C4-7642-4ED1-ACE8-007D94ADE711}" srcOrd="6" destOrd="0" presId="urn:microsoft.com/office/officeart/2005/8/layout/vList2"/>
    <dgm:cxn modelId="{4A957A8C-8EF8-49C0-AE24-83E57B90FABA}" type="presParOf" srcId="{53033A96-AB80-49CA-A487-928C19DFAAC3}" destId="{3E685C69-E17F-492F-8D05-CE7731A09A7E}" srcOrd="7" destOrd="0" presId="urn:microsoft.com/office/officeart/2005/8/layout/vList2"/>
    <dgm:cxn modelId="{6477E82B-472D-47FD-BE04-DE7120078BC3}" type="presParOf" srcId="{53033A96-AB80-49CA-A487-928C19DFAAC3}" destId="{81C0AA47-F455-4BE5-A554-FE039798D12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EAC89B-43BC-43AC-A6A4-16F634AC8D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973213-06BD-4456-AC0A-8317F2DB69C6}">
      <dgm:prSet/>
      <dgm:spPr/>
      <dgm:t>
        <a:bodyPr/>
        <a:lstStyle/>
        <a:p>
          <a:pPr>
            <a:defRPr cap="all"/>
          </a:pPr>
          <a:r>
            <a:rPr lang="cs-CZ"/>
            <a:t>Integrace MQTT</a:t>
          </a:r>
          <a:br>
            <a:rPr lang="cs-CZ"/>
          </a:br>
          <a:br>
            <a:rPr lang="cs-CZ"/>
          </a:br>
          <a:endParaRPr lang="en-US"/>
        </a:p>
      </dgm:t>
    </dgm:pt>
    <dgm:pt modelId="{667D9042-1D35-4532-AD9F-E4161E958CA0}" type="parTrans" cxnId="{3602A7D2-0ABE-42AD-9B9C-054DA1D927E3}">
      <dgm:prSet/>
      <dgm:spPr/>
      <dgm:t>
        <a:bodyPr/>
        <a:lstStyle/>
        <a:p>
          <a:endParaRPr lang="en-US"/>
        </a:p>
      </dgm:t>
    </dgm:pt>
    <dgm:pt modelId="{DEDA3012-0E4E-41BD-8190-B267C0D7820D}" type="sibTrans" cxnId="{3602A7D2-0ABE-42AD-9B9C-054DA1D927E3}">
      <dgm:prSet/>
      <dgm:spPr/>
      <dgm:t>
        <a:bodyPr/>
        <a:lstStyle/>
        <a:p>
          <a:endParaRPr lang="en-US"/>
        </a:p>
      </dgm:t>
    </dgm:pt>
    <dgm:pt modelId="{C3CC8A1A-3681-4545-97DA-7818FB54DE8B}">
      <dgm:prSet/>
      <dgm:spPr/>
      <dgm:t>
        <a:bodyPr/>
        <a:lstStyle/>
        <a:p>
          <a:pPr>
            <a:defRPr cap="all"/>
          </a:pPr>
          <a:r>
            <a:rPr lang="cs-CZ"/>
            <a:t>Grafy</a:t>
          </a:r>
          <a:br>
            <a:rPr lang="cs-CZ"/>
          </a:br>
          <a:br>
            <a:rPr lang="cs-CZ"/>
          </a:br>
          <a:endParaRPr lang="en-US"/>
        </a:p>
      </dgm:t>
    </dgm:pt>
    <dgm:pt modelId="{3D74687E-567A-4DA3-8D1B-4CE4F1CE50F6}" type="parTrans" cxnId="{50D88FEB-03F7-4323-9D98-322391581C52}">
      <dgm:prSet/>
      <dgm:spPr/>
      <dgm:t>
        <a:bodyPr/>
        <a:lstStyle/>
        <a:p>
          <a:endParaRPr lang="en-US"/>
        </a:p>
      </dgm:t>
    </dgm:pt>
    <dgm:pt modelId="{D344DDDA-0F73-46F2-8AD7-7A7B7CC0D6D1}" type="sibTrans" cxnId="{50D88FEB-03F7-4323-9D98-322391581C52}">
      <dgm:prSet/>
      <dgm:spPr/>
      <dgm:t>
        <a:bodyPr/>
        <a:lstStyle/>
        <a:p>
          <a:endParaRPr lang="en-US"/>
        </a:p>
      </dgm:t>
    </dgm:pt>
    <dgm:pt modelId="{AE3C3B97-9E96-4FC2-900D-4DD781D88C30}">
      <dgm:prSet/>
      <dgm:spPr/>
      <dgm:t>
        <a:bodyPr/>
        <a:lstStyle/>
        <a:p>
          <a:pPr>
            <a:defRPr cap="all"/>
          </a:pPr>
          <a:r>
            <a:rPr lang="cs-CZ"/>
            <a:t>zrychlení</a:t>
          </a:r>
          <a:endParaRPr lang="en-US"/>
        </a:p>
      </dgm:t>
    </dgm:pt>
    <dgm:pt modelId="{1C6F3DC1-AC7D-47B3-9794-F113947C1E00}" type="parTrans" cxnId="{7ED98888-EFA2-407F-8326-2F7CDAC7B934}">
      <dgm:prSet/>
      <dgm:spPr/>
      <dgm:t>
        <a:bodyPr/>
        <a:lstStyle/>
        <a:p>
          <a:endParaRPr lang="en-US"/>
        </a:p>
      </dgm:t>
    </dgm:pt>
    <dgm:pt modelId="{DD9DB10C-8A40-46F8-8195-643C21A69B6C}" type="sibTrans" cxnId="{7ED98888-EFA2-407F-8326-2F7CDAC7B934}">
      <dgm:prSet/>
      <dgm:spPr/>
      <dgm:t>
        <a:bodyPr/>
        <a:lstStyle/>
        <a:p>
          <a:endParaRPr lang="en-US"/>
        </a:p>
      </dgm:t>
    </dgm:pt>
    <dgm:pt modelId="{2CEC8305-11E4-4052-9E14-6ED8A24CDB9E}" type="pres">
      <dgm:prSet presAssocID="{6BEAC89B-43BC-43AC-A6A4-16F634AC8D49}" presName="root" presStyleCnt="0">
        <dgm:presLayoutVars>
          <dgm:dir/>
          <dgm:resizeHandles val="exact"/>
        </dgm:presLayoutVars>
      </dgm:prSet>
      <dgm:spPr/>
    </dgm:pt>
    <dgm:pt modelId="{041BB57C-D1F7-4B5B-AD9D-045C09AA7D57}" type="pres">
      <dgm:prSet presAssocID="{7B973213-06BD-4456-AC0A-8317F2DB69C6}" presName="compNode" presStyleCnt="0"/>
      <dgm:spPr/>
    </dgm:pt>
    <dgm:pt modelId="{2682AA5D-799D-4884-B70B-008CB2808416}" type="pres">
      <dgm:prSet presAssocID="{7B973213-06BD-4456-AC0A-8317F2DB69C6}" presName="iconBgRect" presStyleLbl="bgShp" presStyleIdx="0" presStyleCnt="3"/>
      <dgm:spPr/>
    </dgm:pt>
    <dgm:pt modelId="{2C9A661D-05B2-4EFB-8933-785D35FE3F1A}" type="pres">
      <dgm:prSet presAssocID="{7B973213-06BD-4456-AC0A-8317F2DB69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bálka obrys"/>
        </a:ext>
      </dgm:extLst>
    </dgm:pt>
    <dgm:pt modelId="{D16B1B66-7099-4034-9061-C73D14932A0C}" type="pres">
      <dgm:prSet presAssocID="{7B973213-06BD-4456-AC0A-8317F2DB69C6}" presName="spaceRect" presStyleCnt="0"/>
      <dgm:spPr/>
    </dgm:pt>
    <dgm:pt modelId="{D22D0DBA-A32A-4C1F-AB84-7516BBC6A456}" type="pres">
      <dgm:prSet presAssocID="{7B973213-06BD-4456-AC0A-8317F2DB69C6}" presName="textRect" presStyleLbl="revTx" presStyleIdx="0" presStyleCnt="3">
        <dgm:presLayoutVars>
          <dgm:chMax val="1"/>
          <dgm:chPref val="1"/>
        </dgm:presLayoutVars>
      </dgm:prSet>
      <dgm:spPr/>
    </dgm:pt>
    <dgm:pt modelId="{8BB37DB4-1376-438E-9BA2-25C7310AD20A}" type="pres">
      <dgm:prSet presAssocID="{DEDA3012-0E4E-41BD-8190-B267C0D7820D}" presName="sibTrans" presStyleCnt="0"/>
      <dgm:spPr/>
    </dgm:pt>
    <dgm:pt modelId="{BCA121F7-383C-4B54-8DAE-8987536B4F5D}" type="pres">
      <dgm:prSet presAssocID="{C3CC8A1A-3681-4545-97DA-7818FB54DE8B}" presName="compNode" presStyleCnt="0"/>
      <dgm:spPr/>
    </dgm:pt>
    <dgm:pt modelId="{1207F398-2C02-45C3-A3F3-76619DC60FF1}" type="pres">
      <dgm:prSet presAssocID="{C3CC8A1A-3681-4545-97DA-7818FB54DE8B}" presName="iconBgRect" presStyleLbl="bgShp" presStyleIdx="1" presStyleCnt="3"/>
      <dgm:spPr/>
    </dgm:pt>
    <dgm:pt modelId="{499E06EB-D2AF-42AF-B5A6-6FE7AF09825A}" type="pres">
      <dgm:prSet presAssocID="{C3CC8A1A-3681-4545-97DA-7818FB54DE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E1761A0-3EF5-4083-921B-A239DB8640CF}" type="pres">
      <dgm:prSet presAssocID="{C3CC8A1A-3681-4545-97DA-7818FB54DE8B}" presName="spaceRect" presStyleCnt="0"/>
      <dgm:spPr/>
    </dgm:pt>
    <dgm:pt modelId="{09C67AB8-1315-48C7-A8DE-A85FB8595D16}" type="pres">
      <dgm:prSet presAssocID="{C3CC8A1A-3681-4545-97DA-7818FB54DE8B}" presName="textRect" presStyleLbl="revTx" presStyleIdx="1" presStyleCnt="3">
        <dgm:presLayoutVars>
          <dgm:chMax val="1"/>
          <dgm:chPref val="1"/>
        </dgm:presLayoutVars>
      </dgm:prSet>
      <dgm:spPr/>
    </dgm:pt>
    <dgm:pt modelId="{9D5AD9DB-6F94-4D9D-B069-87BFD92F14F1}" type="pres">
      <dgm:prSet presAssocID="{D344DDDA-0F73-46F2-8AD7-7A7B7CC0D6D1}" presName="sibTrans" presStyleCnt="0"/>
      <dgm:spPr/>
    </dgm:pt>
    <dgm:pt modelId="{95AD8E84-8FF0-4ECC-AC42-767E8188E940}" type="pres">
      <dgm:prSet presAssocID="{AE3C3B97-9E96-4FC2-900D-4DD781D88C30}" presName="compNode" presStyleCnt="0"/>
      <dgm:spPr/>
    </dgm:pt>
    <dgm:pt modelId="{81CF232D-AFED-480C-807D-44D4E1EB031F}" type="pres">
      <dgm:prSet presAssocID="{AE3C3B97-9E96-4FC2-900D-4DD781D88C30}" presName="iconBgRect" presStyleLbl="bgShp" presStyleIdx="2" presStyleCnt="3"/>
      <dgm:spPr/>
    </dgm:pt>
    <dgm:pt modelId="{08298BBD-7F02-4E34-9EDE-5A06CE462E2B}" type="pres">
      <dgm:prSet presAssocID="{AE3C3B97-9E96-4FC2-900D-4DD781D88C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A0677E3-2BD3-4B2E-9F01-7943B1B941D9}" type="pres">
      <dgm:prSet presAssocID="{AE3C3B97-9E96-4FC2-900D-4DD781D88C30}" presName="spaceRect" presStyleCnt="0"/>
      <dgm:spPr/>
    </dgm:pt>
    <dgm:pt modelId="{F37115CB-C204-4066-8C06-3255B7485993}" type="pres">
      <dgm:prSet presAssocID="{AE3C3B97-9E96-4FC2-900D-4DD781D88C3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34AFB3B-F59D-4AD1-825F-ED4F9D4C4D0A}" type="presOf" srcId="{7B973213-06BD-4456-AC0A-8317F2DB69C6}" destId="{D22D0DBA-A32A-4C1F-AB84-7516BBC6A456}" srcOrd="0" destOrd="0" presId="urn:microsoft.com/office/officeart/2018/5/layout/IconCircleLabelList"/>
    <dgm:cxn modelId="{7ED98888-EFA2-407F-8326-2F7CDAC7B934}" srcId="{6BEAC89B-43BC-43AC-A6A4-16F634AC8D49}" destId="{AE3C3B97-9E96-4FC2-900D-4DD781D88C30}" srcOrd="2" destOrd="0" parTransId="{1C6F3DC1-AC7D-47B3-9794-F113947C1E00}" sibTransId="{DD9DB10C-8A40-46F8-8195-643C21A69B6C}"/>
    <dgm:cxn modelId="{353CF4CE-5BE0-47E1-B660-9958C0E8B937}" type="presOf" srcId="{6BEAC89B-43BC-43AC-A6A4-16F634AC8D49}" destId="{2CEC8305-11E4-4052-9E14-6ED8A24CDB9E}" srcOrd="0" destOrd="0" presId="urn:microsoft.com/office/officeart/2018/5/layout/IconCircleLabelList"/>
    <dgm:cxn modelId="{3602A7D2-0ABE-42AD-9B9C-054DA1D927E3}" srcId="{6BEAC89B-43BC-43AC-A6A4-16F634AC8D49}" destId="{7B973213-06BD-4456-AC0A-8317F2DB69C6}" srcOrd="0" destOrd="0" parTransId="{667D9042-1D35-4532-AD9F-E4161E958CA0}" sibTransId="{DEDA3012-0E4E-41BD-8190-B267C0D7820D}"/>
    <dgm:cxn modelId="{0831AAE4-9599-4204-AF1D-20A9257D315E}" type="presOf" srcId="{AE3C3B97-9E96-4FC2-900D-4DD781D88C30}" destId="{F37115CB-C204-4066-8C06-3255B7485993}" srcOrd="0" destOrd="0" presId="urn:microsoft.com/office/officeart/2018/5/layout/IconCircleLabelList"/>
    <dgm:cxn modelId="{056E56E9-60BC-4D11-A0E4-2828F13FD5C9}" type="presOf" srcId="{C3CC8A1A-3681-4545-97DA-7818FB54DE8B}" destId="{09C67AB8-1315-48C7-A8DE-A85FB8595D16}" srcOrd="0" destOrd="0" presId="urn:microsoft.com/office/officeart/2018/5/layout/IconCircleLabelList"/>
    <dgm:cxn modelId="{50D88FEB-03F7-4323-9D98-322391581C52}" srcId="{6BEAC89B-43BC-43AC-A6A4-16F634AC8D49}" destId="{C3CC8A1A-3681-4545-97DA-7818FB54DE8B}" srcOrd="1" destOrd="0" parTransId="{3D74687E-567A-4DA3-8D1B-4CE4F1CE50F6}" sibTransId="{D344DDDA-0F73-46F2-8AD7-7A7B7CC0D6D1}"/>
    <dgm:cxn modelId="{900162E4-A3E3-4706-AF82-B75B0162233C}" type="presParOf" srcId="{2CEC8305-11E4-4052-9E14-6ED8A24CDB9E}" destId="{041BB57C-D1F7-4B5B-AD9D-045C09AA7D57}" srcOrd="0" destOrd="0" presId="urn:microsoft.com/office/officeart/2018/5/layout/IconCircleLabelList"/>
    <dgm:cxn modelId="{8ECD29D9-2B85-4345-82F7-473DF58CDAD2}" type="presParOf" srcId="{041BB57C-D1F7-4B5B-AD9D-045C09AA7D57}" destId="{2682AA5D-799D-4884-B70B-008CB2808416}" srcOrd="0" destOrd="0" presId="urn:microsoft.com/office/officeart/2018/5/layout/IconCircleLabelList"/>
    <dgm:cxn modelId="{B9540D90-71E7-435E-A598-60222D57D29C}" type="presParOf" srcId="{041BB57C-D1F7-4B5B-AD9D-045C09AA7D57}" destId="{2C9A661D-05B2-4EFB-8933-785D35FE3F1A}" srcOrd="1" destOrd="0" presId="urn:microsoft.com/office/officeart/2018/5/layout/IconCircleLabelList"/>
    <dgm:cxn modelId="{7031199D-497A-416A-B95C-648FA1051AE6}" type="presParOf" srcId="{041BB57C-D1F7-4B5B-AD9D-045C09AA7D57}" destId="{D16B1B66-7099-4034-9061-C73D14932A0C}" srcOrd="2" destOrd="0" presId="urn:microsoft.com/office/officeart/2018/5/layout/IconCircleLabelList"/>
    <dgm:cxn modelId="{6558E243-826F-46D3-B040-9FF9FA5E2325}" type="presParOf" srcId="{041BB57C-D1F7-4B5B-AD9D-045C09AA7D57}" destId="{D22D0DBA-A32A-4C1F-AB84-7516BBC6A456}" srcOrd="3" destOrd="0" presId="urn:microsoft.com/office/officeart/2018/5/layout/IconCircleLabelList"/>
    <dgm:cxn modelId="{468636F9-B13D-4D62-93EA-903F3358F6D0}" type="presParOf" srcId="{2CEC8305-11E4-4052-9E14-6ED8A24CDB9E}" destId="{8BB37DB4-1376-438E-9BA2-25C7310AD20A}" srcOrd="1" destOrd="0" presId="urn:microsoft.com/office/officeart/2018/5/layout/IconCircleLabelList"/>
    <dgm:cxn modelId="{F49701F0-A777-4FAB-8C0F-2832D7907C4D}" type="presParOf" srcId="{2CEC8305-11E4-4052-9E14-6ED8A24CDB9E}" destId="{BCA121F7-383C-4B54-8DAE-8987536B4F5D}" srcOrd="2" destOrd="0" presId="urn:microsoft.com/office/officeart/2018/5/layout/IconCircleLabelList"/>
    <dgm:cxn modelId="{70B84060-46FA-4875-B321-8E33869341A9}" type="presParOf" srcId="{BCA121F7-383C-4B54-8DAE-8987536B4F5D}" destId="{1207F398-2C02-45C3-A3F3-76619DC60FF1}" srcOrd="0" destOrd="0" presId="urn:microsoft.com/office/officeart/2018/5/layout/IconCircleLabelList"/>
    <dgm:cxn modelId="{E97CD625-36FF-4B7E-861F-D701157A9EF9}" type="presParOf" srcId="{BCA121F7-383C-4B54-8DAE-8987536B4F5D}" destId="{499E06EB-D2AF-42AF-B5A6-6FE7AF09825A}" srcOrd="1" destOrd="0" presId="urn:microsoft.com/office/officeart/2018/5/layout/IconCircleLabelList"/>
    <dgm:cxn modelId="{C523833A-BE40-4B67-9C9B-EA6C7445B65C}" type="presParOf" srcId="{BCA121F7-383C-4B54-8DAE-8987536B4F5D}" destId="{0E1761A0-3EF5-4083-921B-A239DB8640CF}" srcOrd="2" destOrd="0" presId="urn:microsoft.com/office/officeart/2018/5/layout/IconCircleLabelList"/>
    <dgm:cxn modelId="{E249BCD0-7FFA-4E3A-BDD5-90CBE0432C3D}" type="presParOf" srcId="{BCA121F7-383C-4B54-8DAE-8987536B4F5D}" destId="{09C67AB8-1315-48C7-A8DE-A85FB8595D16}" srcOrd="3" destOrd="0" presId="urn:microsoft.com/office/officeart/2018/5/layout/IconCircleLabelList"/>
    <dgm:cxn modelId="{00DA6C58-47E4-45AE-8241-383ABC5D2FCB}" type="presParOf" srcId="{2CEC8305-11E4-4052-9E14-6ED8A24CDB9E}" destId="{9D5AD9DB-6F94-4D9D-B069-87BFD92F14F1}" srcOrd="3" destOrd="0" presId="urn:microsoft.com/office/officeart/2018/5/layout/IconCircleLabelList"/>
    <dgm:cxn modelId="{4257A97C-659F-4F16-B19E-3B8A3091F2F2}" type="presParOf" srcId="{2CEC8305-11E4-4052-9E14-6ED8A24CDB9E}" destId="{95AD8E84-8FF0-4ECC-AC42-767E8188E940}" srcOrd="4" destOrd="0" presId="urn:microsoft.com/office/officeart/2018/5/layout/IconCircleLabelList"/>
    <dgm:cxn modelId="{86D661A1-A917-44EA-B86D-CF849A079E91}" type="presParOf" srcId="{95AD8E84-8FF0-4ECC-AC42-767E8188E940}" destId="{81CF232D-AFED-480C-807D-44D4E1EB031F}" srcOrd="0" destOrd="0" presId="urn:microsoft.com/office/officeart/2018/5/layout/IconCircleLabelList"/>
    <dgm:cxn modelId="{81C68B33-A17B-43E0-BD27-52C6D7D99792}" type="presParOf" srcId="{95AD8E84-8FF0-4ECC-AC42-767E8188E940}" destId="{08298BBD-7F02-4E34-9EDE-5A06CE462E2B}" srcOrd="1" destOrd="0" presId="urn:microsoft.com/office/officeart/2018/5/layout/IconCircleLabelList"/>
    <dgm:cxn modelId="{7A99A549-9BD0-49DE-8DAC-98B37550021F}" type="presParOf" srcId="{95AD8E84-8FF0-4ECC-AC42-767E8188E940}" destId="{FA0677E3-2BD3-4B2E-9F01-7943B1B941D9}" srcOrd="2" destOrd="0" presId="urn:microsoft.com/office/officeart/2018/5/layout/IconCircleLabelList"/>
    <dgm:cxn modelId="{FAC4E20E-CBA4-46A0-B6B1-B74FCBE55DFF}" type="presParOf" srcId="{95AD8E84-8FF0-4ECC-AC42-767E8188E940}" destId="{F37115CB-C204-4066-8C06-3255B748599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EA487B-1B55-4D06-9D42-9E9023E785A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AC48DB-2762-41C7-95FF-408F109D1B39}">
      <dgm:prSet/>
      <dgm:spPr/>
      <dgm:t>
        <a:bodyPr/>
        <a:lstStyle/>
        <a:p>
          <a:r>
            <a:rPr lang="cs-CZ"/>
            <a:t>Cílem bylo vytvořit automaticky zavlažovaný květináč</a:t>
          </a:r>
          <a:endParaRPr lang="en-US"/>
        </a:p>
      </dgm:t>
    </dgm:pt>
    <dgm:pt modelId="{A2BEE888-9E27-460D-AC9E-7DCB57C29C71}" type="parTrans" cxnId="{D325B803-1A9E-4CC8-9CDF-2ACBE1A34285}">
      <dgm:prSet/>
      <dgm:spPr/>
      <dgm:t>
        <a:bodyPr/>
        <a:lstStyle/>
        <a:p>
          <a:endParaRPr lang="en-US"/>
        </a:p>
      </dgm:t>
    </dgm:pt>
    <dgm:pt modelId="{0AC87B80-EB6E-4EB8-B6AF-AB2252EDAE22}" type="sibTrans" cxnId="{D325B803-1A9E-4CC8-9CDF-2ACBE1A34285}">
      <dgm:prSet/>
      <dgm:spPr/>
      <dgm:t>
        <a:bodyPr/>
        <a:lstStyle/>
        <a:p>
          <a:endParaRPr lang="en-US"/>
        </a:p>
      </dgm:t>
    </dgm:pt>
    <dgm:pt modelId="{D4829D34-0303-4510-B74D-075CC68BAC2E}">
      <dgm:prSet/>
      <dgm:spPr/>
      <dgm:t>
        <a:bodyPr/>
        <a:lstStyle/>
        <a:p>
          <a:r>
            <a:rPr lang="cs-CZ"/>
            <a:t>Získané zkušenosti nejen s hardwarem </a:t>
          </a:r>
          <a:endParaRPr lang="en-US"/>
        </a:p>
      </dgm:t>
    </dgm:pt>
    <dgm:pt modelId="{5693343A-1BFB-49F1-A1DE-920C8EA2629E}" type="parTrans" cxnId="{B52D3F5B-C15C-4B23-A530-73DB96F6BBBE}">
      <dgm:prSet/>
      <dgm:spPr/>
      <dgm:t>
        <a:bodyPr/>
        <a:lstStyle/>
        <a:p>
          <a:endParaRPr lang="en-US"/>
        </a:p>
      </dgm:t>
    </dgm:pt>
    <dgm:pt modelId="{AF70C0D4-618F-48EF-8FDA-14FD22F49AA7}" type="sibTrans" cxnId="{B52D3F5B-C15C-4B23-A530-73DB96F6BBBE}">
      <dgm:prSet/>
      <dgm:spPr/>
      <dgm:t>
        <a:bodyPr/>
        <a:lstStyle/>
        <a:p>
          <a:endParaRPr lang="en-US"/>
        </a:p>
      </dgm:t>
    </dgm:pt>
    <dgm:pt modelId="{2FCAC811-E026-4582-A7A2-CA9D55C3B463}" type="pres">
      <dgm:prSet presAssocID="{44EA487B-1B55-4D06-9D42-9E9023E785A6}" presName="root" presStyleCnt="0">
        <dgm:presLayoutVars>
          <dgm:dir/>
          <dgm:resizeHandles val="exact"/>
        </dgm:presLayoutVars>
      </dgm:prSet>
      <dgm:spPr/>
    </dgm:pt>
    <dgm:pt modelId="{78246CCE-DBBE-4EB6-A9FA-83BEB2E0E446}" type="pres">
      <dgm:prSet presAssocID="{95AC48DB-2762-41C7-95FF-408F109D1B39}" presName="compNode" presStyleCnt="0"/>
      <dgm:spPr/>
    </dgm:pt>
    <dgm:pt modelId="{B615DC0B-8901-4EE2-A7E8-EA9A1093C34A}" type="pres">
      <dgm:prSet presAssocID="{95AC48DB-2762-41C7-95FF-408F109D1B3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efa do černého"/>
        </a:ext>
      </dgm:extLst>
    </dgm:pt>
    <dgm:pt modelId="{DCF53DC6-5946-4C01-8B91-24165CD330DC}" type="pres">
      <dgm:prSet presAssocID="{95AC48DB-2762-41C7-95FF-408F109D1B39}" presName="spaceRect" presStyleCnt="0"/>
      <dgm:spPr/>
    </dgm:pt>
    <dgm:pt modelId="{08BA6E34-9979-4159-BDB4-701EFFB83B82}" type="pres">
      <dgm:prSet presAssocID="{95AC48DB-2762-41C7-95FF-408F109D1B39}" presName="textRect" presStyleLbl="revTx" presStyleIdx="0" presStyleCnt="2">
        <dgm:presLayoutVars>
          <dgm:chMax val="1"/>
          <dgm:chPref val="1"/>
        </dgm:presLayoutVars>
      </dgm:prSet>
      <dgm:spPr/>
    </dgm:pt>
    <dgm:pt modelId="{A90BA026-BC7A-4E23-90D5-2480E0A9AC0F}" type="pres">
      <dgm:prSet presAssocID="{0AC87B80-EB6E-4EB8-B6AF-AB2252EDAE22}" presName="sibTrans" presStyleCnt="0"/>
      <dgm:spPr/>
    </dgm:pt>
    <dgm:pt modelId="{A1738B48-52F6-4039-8E15-D1C29437EB8A}" type="pres">
      <dgm:prSet presAssocID="{D4829D34-0303-4510-B74D-075CC68BAC2E}" presName="compNode" presStyleCnt="0"/>
      <dgm:spPr/>
    </dgm:pt>
    <dgm:pt modelId="{8BA61EB3-B3EC-4F68-BA2D-475487CBD254}" type="pres">
      <dgm:prSet presAssocID="{D4829D34-0303-4510-B74D-075CC68BAC2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28C84C2-94AF-4E94-9F98-E82AA3249232}" type="pres">
      <dgm:prSet presAssocID="{D4829D34-0303-4510-B74D-075CC68BAC2E}" presName="spaceRect" presStyleCnt="0"/>
      <dgm:spPr/>
    </dgm:pt>
    <dgm:pt modelId="{DE320636-7341-4469-9ABD-635F803297AC}" type="pres">
      <dgm:prSet presAssocID="{D4829D34-0303-4510-B74D-075CC68BAC2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325B803-1A9E-4CC8-9CDF-2ACBE1A34285}" srcId="{44EA487B-1B55-4D06-9D42-9E9023E785A6}" destId="{95AC48DB-2762-41C7-95FF-408F109D1B39}" srcOrd="0" destOrd="0" parTransId="{A2BEE888-9E27-460D-AC9E-7DCB57C29C71}" sibTransId="{0AC87B80-EB6E-4EB8-B6AF-AB2252EDAE22}"/>
    <dgm:cxn modelId="{B52D3F5B-C15C-4B23-A530-73DB96F6BBBE}" srcId="{44EA487B-1B55-4D06-9D42-9E9023E785A6}" destId="{D4829D34-0303-4510-B74D-075CC68BAC2E}" srcOrd="1" destOrd="0" parTransId="{5693343A-1BFB-49F1-A1DE-920C8EA2629E}" sibTransId="{AF70C0D4-618F-48EF-8FDA-14FD22F49AA7}"/>
    <dgm:cxn modelId="{64AED375-606C-4589-98EE-A5EC99AB596A}" type="presOf" srcId="{D4829D34-0303-4510-B74D-075CC68BAC2E}" destId="{DE320636-7341-4469-9ABD-635F803297AC}" srcOrd="0" destOrd="0" presId="urn:microsoft.com/office/officeart/2018/2/layout/IconLabelList"/>
    <dgm:cxn modelId="{01840180-FBCD-4DEE-8766-44C30C7FBF56}" type="presOf" srcId="{95AC48DB-2762-41C7-95FF-408F109D1B39}" destId="{08BA6E34-9979-4159-BDB4-701EFFB83B82}" srcOrd="0" destOrd="0" presId="urn:microsoft.com/office/officeart/2018/2/layout/IconLabelList"/>
    <dgm:cxn modelId="{617D36EE-7AF9-41B2-AE2F-491F59090915}" type="presOf" srcId="{44EA487B-1B55-4D06-9D42-9E9023E785A6}" destId="{2FCAC811-E026-4582-A7A2-CA9D55C3B463}" srcOrd="0" destOrd="0" presId="urn:microsoft.com/office/officeart/2018/2/layout/IconLabelList"/>
    <dgm:cxn modelId="{CE62C759-FAE6-404C-B58F-99872981CBE9}" type="presParOf" srcId="{2FCAC811-E026-4582-A7A2-CA9D55C3B463}" destId="{78246CCE-DBBE-4EB6-A9FA-83BEB2E0E446}" srcOrd="0" destOrd="0" presId="urn:microsoft.com/office/officeart/2018/2/layout/IconLabelList"/>
    <dgm:cxn modelId="{FE01098E-909D-43F8-A7FB-AFFA8CB3A0BD}" type="presParOf" srcId="{78246CCE-DBBE-4EB6-A9FA-83BEB2E0E446}" destId="{B615DC0B-8901-4EE2-A7E8-EA9A1093C34A}" srcOrd="0" destOrd="0" presId="urn:microsoft.com/office/officeart/2018/2/layout/IconLabelList"/>
    <dgm:cxn modelId="{6630691D-170A-4407-BB3B-0DE7043982C5}" type="presParOf" srcId="{78246CCE-DBBE-4EB6-A9FA-83BEB2E0E446}" destId="{DCF53DC6-5946-4C01-8B91-24165CD330DC}" srcOrd="1" destOrd="0" presId="urn:microsoft.com/office/officeart/2018/2/layout/IconLabelList"/>
    <dgm:cxn modelId="{39284B66-4CFB-4BA5-8390-04E8A39B5E12}" type="presParOf" srcId="{78246CCE-DBBE-4EB6-A9FA-83BEB2E0E446}" destId="{08BA6E34-9979-4159-BDB4-701EFFB83B82}" srcOrd="2" destOrd="0" presId="urn:microsoft.com/office/officeart/2018/2/layout/IconLabelList"/>
    <dgm:cxn modelId="{D9401E27-A794-4B57-B40E-8ACFA30719CC}" type="presParOf" srcId="{2FCAC811-E026-4582-A7A2-CA9D55C3B463}" destId="{A90BA026-BC7A-4E23-90D5-2480E0A9AC0F}" srcOrd="1" destOrd="0" presId="urn:microsoft.com/office/officeart/2018/2/layout/IconLabelList"/>
    <dgm:cxn modelId="{50D3BC59-30B7-4364-92C3-76B5CDD88B38}" type="presParOf" srcId="{2FCAC811-E026-4582-A7A2-CA9D55C3B463}" destId="{A1738B48-52F6-4039-8E15-D1C29437EB8A}" srcOrd="2" destOrd="0" presId="urn:microsoft.com/office/officeart/2018/2/layout/IconLabelList"/>
    <dgm:cxn modelId="{2C4E7C01-8A40-4FA5-A82B-A2499D6CCA73}" type="presParOf" srcId="{A1738B48-52F6-4039-8E15-D1C29437EB8A}" destId="{8BA61EB3-B3EC-4F68-BA2D-475487CBD254}" srcOrd="0" destOrd="0" presId="urn:microsoft.com/office/officeart/2018/2/layout/IconLabelList"/>
    <dgm:cxn modelId="{65F1F8EF-7AFA-4600-9B4D-398C17244D15}" type="presParOf" srcId="{A1738B48-52F6-4039-8E15-D1C29437EB8A}" destId="{128C84C2-94AF-4E94-9F98-E82AA3249232}" srcOrd="1" destOrd="0" presId="urn:microsoft.com/office/officeart/2018/2/layout/IconLabelList"/>
    <dgm:cxn modelId="{77A6056B-FFD9-4DE4-8846-3AEDD3CA9E65}" type="presParOf" srcId="{A1738B48-52F6-4039-8E15-D1C29437EB8A}" destId="{DE320636-7341-4469-9ABD-635F803297A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F85C6-9A9E-4A15-AF93-07CE427B7DEC}">
      <dsp:nvSpPr>
        <dsp:cNvPr id="0" name=""/>
        <dsp:cNvSpPr/>
      </dsp:nvSpPr>
      <dsp:spPr>
        <a:xfrm>
          <a:off x="1063980" y="689481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7B890-5D76-411E-BCF4-9C12664003C2}">
      <dsp:nvSpPr>
        <dsp:cNvPr id="0" name=""/>
        <dsp:cNvSpPr/>
      </dsp:nvSpPr>
      <dsp:spPr>
        <a:xfrm>
          <a:off x="285097" y="2316130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/>
            <a:t>Praktický projekt</a:t>
          </a:r>
          <a:br>
            <a:rPr lang="cs-CZ" sz="1500" kern="1200"/>
          </a:br>
          <a:br>
            <a:rPr lang="cs-CZ" sz="1500" kern="1200"/>
          </a:br>
          <a:endParaRPr lang="en-US" sz="1500" kern="1200"/>
        </a:p>
      </dsp:txBody>
      <dsp:txXfrm>
        <a:off x="285097" y="2316130"/>
        <a:ext cx="2832300" cy="720000"/>
      </dsp:txXfrm>
    </dsp:sp>
    <dsp:sp modelId="{5E97F0AE-EF3A-4CBC-A3C1-17A082B35E83}">
      <dsp:nvSpPr>
        <dsp:cNvPr id="0" name=""/>
        <dsp:cNvSpPr/>
      </dsp:nvSpPr>
      <dsp:spPr>
        <a:xfrm>
          <a:off x="4391932" y="689481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B0CAD-20E8-4698-B70D-4CF1B00AF825}">
      <dsp:nvSpPr>
        <dsp:cNvPr id="0" name=""/>
        <dsp:cNvSpPr/>
      </dsp:nvSpPr>
      <dsp:spPr>
        <a:xfrm>
          <a:off x="3613050" y="2316130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/>
            <a:t>Užitečnost </a:t>
          </a:r>
          <a:br>
            <a:rPr lang="cs-CZ" sz="1500" kern="1200"/>
          </a:br>
          <a:br>
            <a:rPr lang="cs-CZ" sz="1500" kern="1200"/>
          </a:br>
          <a:endParaRPr lang="en-US" sz="1500" kern="1200"/>
        </a:p>
      </dsp:txBody>
      <dsp:txXfrm>
        <a:off x="3613050" y="2316130"/>
        <a:ext cx="2832300" cy="720000"/>
      </dsp:txXfrm>
    </dsp:sp>
    <dsp:sp modelId="{CB957070-69EF-48CB-B17E-19A89AA5E832}">
      <dsp:nvSpPr>
        <dsp:cNvPr id="0" name=""/>
        <dsp:cNvSpPr/>
      </dsp:nvSpPr>
      <dsp:spPr>
        <a:xfrm>
          <a:off x="7719885" y="689481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DEDEE-A0EB-4F1F-B1A8-DA2ABEEAA1B4}">
      <dsp:nvSpPr>
        <dsp:cNvPr id="0" name=""/>
        <dsp:cNvSpPr/>
      </dsp:nvSpPr>
      <dsp:spPr>
        <a:xfrm>
          <a:off x="6941002" y="2316130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500" kern="1200"/>
            <a:t>Nové zkušenosti</a:t>
          </a:r>
          <a:endParaRPr lang="en-US" sz="1500" kern="1200"/>
        </a:p>
      </dsp:txBody>
      <dsp:txXfrm>
        <a:off x="6941002" y="2316130"/>
        <a:ext cx="28323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62C2A-6499-4584-BE4F-3E817DD174F0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23A28-F137-49BD-B237-EB9EDA545BF8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045E0-2369-473D-9311-1A246D05989B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500" kern="1200"/>
            <a:t>Automatické zavlažování</a:t>
          </a:r>
          <a:endParaRPr lang="en-US" sz="2500" kern="1200"/>
        </a:p>
      </dsp:txBody>
      <dsp:txXfrm>
        <a:off x="35606" y="2695306"/>
        <a:ext cx="2981250" cy="720000"/>
      </dsp:txXfrm>
    </dsp:sp>
    <dsp:sp modelId="{03A5FB66-AE35-47E7-8163-7FDD7EBE6DDB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B6AE1-D660-4BEE-94CC-5971DACD628D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87270-A2AB-42C0-8E0D-A44F4BEAF776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500" kern="1200"/>
            <a:t>Zobrazování dat</a:t>
          </a:r>
          <a:endParaRPr lang="en-US" sz="2500" kern="1200"/>
        </a:p>
      </dsp:txBody>
      <dsp:txXfrm>
        <a:off x="3538574" y="2695306"/>
        <a:ext cx="2981250" cy="720000"/>
      </dsp:txXfrm>
    </dsp:sp>
    <dsp:sp modelId="{77A8180D-0B49-4A68-9133-282475A7DAEE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0E961-EE44-4E78-962F-686F0B4C73BB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4E201-F173-4EAD-B649-CE9C7AE7FA29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2500" kern="1200"/>
            <a:t>Grafy</a:t>
          </a:r>
          <a:endParaRPr lang="en-US" sz="2500" kern="1200"/>
        </a:p>
      </dsp:txBody>
      <dsp:txXfrm>
        <a:off x="7041543" y="2695306"/>
        <a:ext cx="298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F922A-C52E-498D-BDFE-5D3CAA143430}">
      <dsp:nvSpPr>
        <dsp:cNvPr id="0" name=""/>
        <dsp:cNvSpPr/>
      </dsp:nvSpPr>
      <dsp:spPr>
        <a:xfrm>
          <a:off x="0" y="315071"/>
          <a:ext cx="5906181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kern="1200" dirty="0"/>
            <a:t>Esp8266 (</a:t>
          </a:r>
          <a:r>
            <a:rPr lang="cs-CZ" sz="3500" kern="1200" dirty="0" err="1"/>
            <a:t>Wemos</a:t>
          </a:r>
          <a:r>
            <a:rPr lang="cs-CZ" sz="3500" kern="1200" dirty="0"/>
            <a:t> D1 mini)</a:t>
          </a:r>
          <a:endParaRPr lang="en-US" sz="3500" kern="1200" dirty="0"/>
        </a:p>
      </dsp:txBody>
      <dsp:txXfrm>
        <a:off x="40980" y="356051"/>
        <a:ext cx="5824221" cy="757514"/>
      </dsp:txXfrm>
    </dsp:sp>
    <dsp:sp modelId="{0B01BAFA-9FB6-418D-B0EE-83A8AF8D6AF7}">
      <dsp:nvSpPr>
        <dsp:cNvPr id="0" name=""/>
        <dsp:cNvSpPr/>
      </dsp:nvSpPr>
      <dsp:spPr>
        <a:xfrm>
          <a:off x="0" y="1255346"/>
          <a:ext cx="5906181" cy="839474"/>
        </a:xfrm>
        <a:prstGeom prst="roundRect">
          <a:avLst/>
        </a:prstGeom>
        <a:solidFill>
          <a:schemeClr val="accent2">
            <a:hueOff val="-220674"/>
            <a:satOff val="1055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kern="1200"/>
            <a:t>DHT11</a:t>
          </a:r>
          <a:endParaRPr lang="en-US" sz="3500" kern="1200"/>
        </a:p>
      </dsp:txBody>
      <dsp:txXfrm>
        <a:off x="40980" y="1296326"/>
        <a:ext cx="5824221" cy="757514"/>
      </dsp:txXfrm>
    </dsp:sp>
    <dsp:sp modelId="{D1364F30-25A0-411C-816F-5AE769542207}">
      <dsp:nvSpPr>
        <dsp:cNvPr id="0" name=""/>
        <dsp:cNvSpPr/>
      </dsp:nvSpPr>
      <dsp:spPr>
        <a:xfrm>
          <a:off x="0" y="2195621"/>
          <a:ext cx="5906181" cy="839474"/>
        </a:xfrm>
        <a:prstGeom prst="roundRect">
          <a:avLst/>
        </a:prstGeom>
        <a:solidFill>
          <a:schemeClr val="accent2">
            <a:hueOff val="-441348"/>
            <a:satOff val="2109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kern="1200" dirty="0"/>
            <a:t>Senzor hladiny vody</a:t>
          </a:r>
          <a:endParaRPr lang="en-US" sz="3500" kern="1200" dirty="0"/>
        </a:p>
      </dsp:txBody>
      <dsp:txXfrm>
        <a:off x="40980" y="2236601"/>
        <a:ext cx="5824221" cy="757514"/>
      </dsp:txXfrm>
    </dsp:sp>
    <dsp:sp modelId="{73B57EED-3A64-4600-BB66-54D158A3F832}">
      <dsp:nvSpPr>
        <dsp:cNvPr id="0" name=""/>
        <dsp:cNvSpPr/>
      </dsp:nvSpPr>
      <dsp:spPr>
        <a:xfrm>
          <a:off x="0" y="3135896"/>
          <a:ext cx="5906181" cy="839474"/>
        </a:xfrm>
        <a:prstGeom prst="roundRect">
          <a:avLst/>
        </a:prstGeom>
        <a:solidFill>
          <a:schemeClr val="accent2">
            <a:hueOff val="-662022"/>
            <a:satOff val="3164"/>
            <a:lumOff val="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kern="1200"/>
            <a:t>Senzor vlhkosti půdy</a:t>
          </a:r>
          <a:endParaRPr lang="en-US" sz="3500" kern="1200"/>
        </a:p>
      </dsp:txBody>
      <dsp:txXfrm>
        <a:off x="40980" y="3176876"/>
        <a:ext cx="5824221" cy="757514"/>
      </dsp:txXfrm>
    </dsp:sp>
    <dsp:sp modelId="{25897256-9DA5-45A9-9B3F-6FA8BEDF55F2}">
      <dsp:nvSpPr>
        <dsp:cNvPr id="0" name=""/>
        <dsp:cNvSpPr/>
      </dsp:nvSpPr>
      <dsp:spPr>
        <a:xfrm>
          <a:off x="0" y="4076171"/>
          <a:ext cx="5906181" cy="839474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500" kern="1200"/>
            <a:t>Vodní pumpa</a:t>
          </a:r>
          <a:endParaRPr lang="en-US" sz="3500" kern="1200"/>
        </a:p>
      </dsp:txBody>
      <dsp:txXfrm>
        <a:off x="40980" y="4117151"/>
        <a:ext cx="5824221" cy="757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7D0F8-A04B-4668-BDE9-A67E883C0B5D}">
      <dsp:nvSpPr>
        <dsp:cNvPr id="0" name=""/>
        <dsp:cNvSpPr/>
      </dsp:nvSpPr>
      <dsp:spPr>
        <a:xfrm>
          <a:off x="0" y="52181"/>
          <a:ext cx="5906181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900" kern="1200"/>
            <a:t>LittleFs</a:t>
          </a:r>
          <a:endParaRPr lang="en-US" sz="3900" kern="1200"/>
        </a:p>
      </dsp:txBody>
      <dsp:txXfrm>
        <a:off x="45663" y="97844"/>
        <a:ext cx="5814855" cy="844089"/>
      </dsp:txXfrm>
    </dsp:sp>
    <dsp:sp modelId="{602E5CB4-CE7E-4CE9-8EAD-C497C6CEE9C2}">
      <dsp:nvSpPr>
        <dsp:cNvPr id="0" name=""/>
        <dsp:cNvSpPr/>
      </dsp:nvSpPr>
      <dsp:spPr>
        <a:xfrm>
          <a:off x="0" y="1099916"/>
          <a:ext cx="5906181" cy="935415"/>
        </a:xfrm>
        <a:prstGeom prst="roundRect">
          <a:avLst/>
        </a:prstGeom>
        <a:solidFill>
          <a:schemeClr val="accent2">
            <a:hueOff val="-220674"/>
            <a:satOff val="1055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900" kern="1200"/>
            <a:t>EspAsyncWebServer</a:t>
          </a:r>
          <a:endParaRPr lang="en-US" sz="3900" kern="1200"/>
        </a:p>
      </dsp:txBody>
      <dsp:txXfrm>
        <a:off x="45663" y="1145579"/>
        <a:ext cx="5814855" cy="844089"/>
      </dsp:txXfrm>
    </dsp:sp>
    <dsp:sp modelId="{4BBA490D-CEBD-46C4-960F-27D37B03F333}">
      <dsp:nvSpPr>
        <dsp:cNvPr id="0" name=""/>
        <dsp:cNvSpPr/>
      </dsp:nvSpPr>
      <dsp:spPr>
        <a:xfrm>
          <a:off x="0" y="2147651"/>
          <a:ext cx="5906181" cy="935415"/>
        </a:xfrm>
        <a:prstGeom prst="roundRect">
          <a:avLst/>
        </a:prstGeom>
        <a:solidFill>
          <a:schemeClr val="accent2">
            <a:hueOff val="-441348"/>
            <a:satOff val="2109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900" kern="1200"/>
            <a:t>MQTT </a:t>
          </a:r>
          <a:endParaRPr lang="en-US" sz="3900" kern="1200"/>
        </a:p>
      </dsp:txBody>
      <dsp:txXfrm>
        <a:off x="45663" y="2193314"/>
        <a:ext cx="5814855" cy="844089"/>
      </dsp:txXfrm>
    </dsp:sp>
    <dsp:sp modelId="{E13DA7C4-7642-4ED1-ACE8-007D94ADE711}">
      <dsp:nvSpPr>
        <dsp:cNvPr id="0" name=""/>
        <dsp:cNvSpPr/>
      </dsp:nvSpPr>
      <dsp:spPr>
        <a:xfrm>
          <a:off x="0" y="3195386"/>
          <a:ext cx="5906181" cy="935415"/>
        </a:xfrm>
        <a:prstGeom prst="roundRect">
          <a:avLst/>
        </a:prstGeom>
        <a:solidFill>
          <a:schemeClr val="accent2">
            <a:hueOff val="-662022"/>
            <a:satOff val="3164"/>
            <a:lumOff val="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900" kern="1200"/>
            <a:t>Home Assistant </a:t>
          </a:r>
          <a:endParaRPr lang="en-US" sz="3900" kern="1200"/>
        </a:p>
      </dsp:txBody>
      <dsp:txXfrm>
        <a:off x="45663" y="3241049"/>
        <a:ext cx="5814855" cy="844089"/>
      </dsp:txXfrm>
    </dsp:sp>
    <dsp:sp modelId="{81C0AA47-F455-4BE5-A554-FE039798D128}">
      <dsp:nvSpPr>
        <dsp:cNvPr id="0" name=""/>
        <dsp:cNvSpPr/>
      </dsp:nvSpPr>
      <dsp:spPr>
        <a:xfrm>
          <a:off x="0" y="4243121"/>
          <a:ext cx="5906181" cy="935415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900" kern="1200"/>
            <a:t>ESPhome</a:t>
          </a:r>
          <a:endParaRPr lang="en-US" sz="3900" kern="1200"/>
        </a:p>
      </dsp:txBody>
      <dsp:txXfrm>
        <a:off x="45663" y="4288784"/>
        <a:ext cx="5814855" cy="84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2AA5D-799D-4884-B70B-008CB2808416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A661D-05B2-4EFB-8933-785D35FE3F1A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D0DBA-A32A-4C1F-AB84-7516BBC6A456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Integrace MQTT</a:t>
          </a:r>
          <a:br>
            <a:rPr lang="cs-CZ" sz="1700" kern="1200"/>
          </a:br>
          <a:br>
            <a:rPr lang="cs-CZ" sz="1700" kern="1200"/>
          </a:br>
          <a:endParaRPr lang="en-US" sz="1700" kern="1200"/>
        </a:p>
      </dsp:txBody>
      <dsp:txXfrm>
        <a:off x="35606" y="2695306"/>
        <a:ext cx="2981250" cy="720000"/>
      </dsp:txXfrm>
    </dsp:sp>
    <dsp:sp modelId="{1207F398-2C02-45C3-A3F3-76619DC60FF1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E06EB-D2AF-42AF-B5A6-6FE7AF09825A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7AB8-1315-48C7-A8DE-A85FB8595D16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Grafy</a:t>
          </a:r>
          <a:br>
            <a:rPr lang="cs-CZ" sz="1700" kern="1200"/>
          </a:br>
          <a:br>
            <a:rPr lang="cs-CZ" sz="1700" kern="1200"/>
          </a:br>
          <a:endParaRPr lang="en-US" sz="1700" kern="1200"/>
        </a:p>
      </dsp:txBody>
      <dsp:txXfrm>
        <a:off x="3538574" y="2695306"/>
        <a:ext cx="2981250" cy="720000"/>
      </dsp:txXfrm>
    </dsp:sp>
    <dsp:sp modelId="{81CF232D-AFED-480C-807D-44D4E1EB031F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98BBD-7F02-4E34-9EDE-5A06CE462E2B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115CB-C204-4066-8C06-3255B748599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700" kern="1200"/>
            <a:t>zrychlení</a:t>
          </a:r>
          <a:endParaRPr lang="en-US" sz="1700" kern="1200"/>
        </a:p>
      </dsp:txBody>
      <dsp:txXfrm>
        <a:off x="7041543" y="2695306"/>
        <a:ext cx="298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5DC0B-8901-4EE2-A7E8-EA9A1093C34A}">
      <dsp:nvSpPr>
        <dsp:cNvPr id="0" name=""/>
        <dsp:cNvSpPr/>
      </dsp:nvSpPr>
      <dsp:spPr>
        <a:xfrm>
          <a:off x="1519199" y="295699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A6E34-9979-4159-BDB4-701EFFB83B82}">
      <dsp:nvSpPr>
        <dsp:cNvPr id="0" name=""/>
        <dsp:cNvSpPr/>
      </dsp:nvSpPr>
      <dsp:spPr>
        <a:xfrm>
          <a:off x="331199" y="270991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Cílem bylo vytvořit automaticky zavlažovaný květináč</a:t>
          </a:r>
          <a:endParaRPr lang="en-US" sz="2200" kern="1200"/>
        </a:p>
      </dsp:txBody>
      <dsp:txXfrm>
        <a:off x="331199" y="2709912"/>
        <a:ext cx="4320000" cy="720000"/>
      </dsp:txXfrm>
    </dsp:sp>
    <dsp:sp modelId="{8BA61EB3-B3EC-4F68-BA2D-475487CBD254}">
      <dsp:nvSpPr>
        <dsp:cNvPr id="0" name=""/>
        <dsp:cNvSpPr/>
      </dsp:nvSpPr>
      <dsp:spPr>
        <a:xfrm>
          <a:off x="6595199" y="295699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20636-7341-4469-9ABD-635F803297AC}">
      <dsp:nvSpPr>
        <dsp:cNvPr id="0" name=""/>
        <dsp:cNvSpPr/>
      </dsp:nvSpPr>
      <dsp:spPr>
        <a:xfrm>
          <a:off x="5407199" y="270991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200" kern="1200"/>
            <a:t>Získané zkušenosti nejen s hardwarem </a:t>
          </a:r>
          <a:endParaRPr lang="en-US" sz="2200" kern="1200"/>
        </a:p>
      </dsp:txBody>
      <dsp:txXfrm>
        <a:off x="5407199" y="270991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244AA4FF-0F22-4CCE-B03B-3D558A65C3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FF0F48A-6DCD-47FD-9E2B-DC8F1CEC91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20D1D4-E83A-4911-A03B-82A8F3087156}" type="datetime1">
              <a:rPr lang="cs-CZ" smtClean="0"/>
              <a:t>14.01.2025</a:t>
            </a:fld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079E801-C00E-4FA9-A666-B428B91DF9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DB454A3-9804-4889-83AF-FD36C512DA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CBF98-005C-406D-BC46-38CB6C0BD2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4512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6275D-26AD-42D7-BB1D-BAA57034E9CC}" type="datetime1">
              <a:rPr lang="cs-CZ" smtClean="0"/>
              <a:pPr/>
              <a:t>14.01.2025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noProof="0" dirty="0"/>
              <a:t>Upravit styly předlohy textu</a:t>
            </a:r>
          </a:p>
          <a:p>
            <a:pPr lvl="1"/>
            <a:r>
              <a:rPr lang="cs-CZ" noProof="0" dirty="0"/>
              <a:t>Druhá úroveň</a:t>
            </a:r>
          </a:p>
          <a:p>
            <a:pPr lvl="2"/>
            <a:r>
              <a:rPr lang="cs-CZ" noProof="0" dirty="0"/>
              <a:t>Třetí úroveň</a:t>
            </a:r>
          </a:p>
          <a:p>
            <a:pPr lvl="3"/>
            <a:r>
              <a:rPr lang="cs-CZ" noProof="0" dirty="0"/>
              <a:t>Čtvrtá úroveň</a:t>
            </a:r>
          </a:p>
          <a:p>
            <a:pPr lvl="4"/>
            <a:r>
              <a:rPr lang="cs-CZ" noProof="0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742AF-E2E0-418B-953B-FCE994BBE061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42548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742AF-E2E0-418B-953B-FCE994BBE061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982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742AF-E2E0-418B-953B-FCE994BBE061}" type="slidenum">
              <a:rPr lang="cs-CZ" noProof="0" smtClean="0"/>
              <a:t>14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756128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742AF-E2E0-418B-953B-FCE994BBE061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539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délník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Obdélník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Obdélník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Obdélník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Skupina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Přímá spojnice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římá spojnice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římá spojnice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20" name="Zástupný symbol pro datum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610C845-C2A1-4BD1-9F93-E18DBC1E3426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21" name="Zástupný symbol pro zápatí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22" name="Zástupný symbol pro číslo snímku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9B2A7FE-6D79-475A-84D5-D5EB0FC4F16F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délník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Obdélník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Obdélník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Obdélník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Skupina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Přímá spojnice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Přímá spojnice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Přímá spojnice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343F0ED9-F23B-450A-B851-67C654B32A47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C8A33EAA-8866-4A8A-A91F-81BB8A1A243B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6" name="Zástupný obsah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F9B794B1-718F-4356-A80C-D30A210E735F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395CD13-8391-4BCA-ACAF-BD9185E5999C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4" name="Zástupné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EC72A69-B2DC-4E17-BD3C-0FF5DB8B2802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délník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Obdélník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Obdélník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096DB3D9-4CB2-463E-9AA2-D6BDFEB15799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  <p:sp>
        <p:nvSpPr>
          <p:cNvPr id="11" name="Obdélník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délník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Obdélník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6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cs-CZ" noProof="0" dirty="0"/>
              <a:t>Kliknutím můžete upravit styl předlohy nadpisů.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 noProof="0" dirty="0"/>
              <a:t>Po kliknutí na ikonu můžete přidat obrázek.</a:t>
            </a:r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F8191F70-CFFF-418C-87B4-A54BFE1A1CAE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AD3F814-C8D1-47B7-96CC-77FB9401F743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A42A020-1F5F-4383-94F6-52D07D17CA1C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Obdélník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cs-CZ" noProof="0" dirty="0"/>
              <a:t>Upravit styly předlohy textu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20743236-C1EA-4849-A547-31FFF4D86A29}" type="datetime1">
              <a:rPr lang="cs-CZ" noProof="0" smtClean="0"/>
              <a:t>14.01.2025</a:t>
            </a:fld>
            <a:endParaRPr lang="cs-CZ" noProof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b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D82D9634-574F-4606-BC49-58A48F5DE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85F04E4-C7CD-4EAC-8321-D65D0F025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FF83CA3-255A-40D0-B902-4CE3BD418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3249" y="1348844"/>
            <a:ext cx="5716338" cy="3042706"/>
          </a:xfrm>
        </p:spPr>
        <p:txBody>
          <a:bodyPr rtlCol="0">
            <a:normAutofit/>
          </a:bodyPr>
          <a:lstStyle/>
          <a:p>
            <a:pPr rtl="0"/>
            <a:r>
              <a:rPr lang="cs-CZ" sz="6000"/>
              <a:t>Chytrý květináč</a:t>
            </a:r>
          </a:p>
        </p:txBody>
      </p:sp>
      <p:sp>
        <p:nvSpPr>
          <p:cNvPr id="7" name="Podnadpis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3786" y="4682062"/>
            <a:ext cx="5355264" cy="95097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cs-CZ"/>
              <a:t>David Balcar</a:t>
            </a:r>
          </a:p>
        </p:txBody>
      </p:sp>
      <p:pic>
        <p:nvPicPr>
          <p:cNvPr id="6" name="Obrázek 5" descr="Obsah obrázku domácnost, interiér, květináč, zeď&#10;&#10;Popis byl vytvořen automaticky">
            <a:extLst>
              <a:ext uri="{FF2B5EF4-FFF2-40B4-BE49-F238E27FC236}">
                <a16:creationId xmlns:a16="http://schemas.microsoft.com/office/drawing/2014/main" id="{5458A055-332F-0E80-FCDC-1A50061F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1" r="14097" b="3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89F406-706C-4D6B-B765-55844729A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0C1E1FB-B113-4C47-97B0-4DBB7843D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ED38C18-A1A9-4F68-B29D-CDDC54614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400315-FB1B-426C-AA2C-8B8A57560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3653A3-804F-9F45-7922-0ED2AC5D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Proč jsem si projekt vybral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BD7B4619-09EC-0598-1FA0-7DD112613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807396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813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CC7336-7F9B-21A9-A374-C6AC6D77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cs-CZ" dirty="0"/>
              <a:t>Cíl projektu</a:t>
            </a:r>
            <a:endParaRPr lang="cs-CZ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BDD3F48A-CDA5-A7B9-BA2C-19129F9BA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753446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45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2918946-8EF4-453E-B3BA-EEA48FB21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7744" y="237744"/>
            <a:ext cx="11724043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E59614-D57B-48C3-BFA3-0057FFF25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072B444-81E3-BCD9-387E-E6F9BBCB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cs-CZ" sz="4400"/>
              <a:t>Inspirace z moderního zemědělství</a:t>
            </a:r>
          </a:p>
        </p:txBody>
      </p:sp>
      <p:pic>
        <p:nvPicPr>
          <p:cNvPr id="9" name="Obrázek 8" descr="Obsah obrázku venku, obloha, tráva, hoblovat&#10;&#10;Popis byl vytvořen automaticky">
            <a:extLst>
              <a:ext uri="{FF2B5EF4-FFF2-40B4-BE49-F238E27FC236}">
                <a16:creationId xmlns:a16="http://schemas.microsoft.com/office/drawing/2014/main" id="{40D42C56-57E6-B33A-7514-57881F304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50" r="2" b="2"/>
          <a:stretch/>
        </p:blipFill>
        <p:spPr>
          <a:xfrm>
            <a:off x="7837490" y="4565721"/>
            <a:ext cx="3917115" cy="190805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74A525-D2D0-F059-6583-2E3CA8091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r>
              <a:rPr lang="cs-CZ" dirty="0"/>
              <a:t>Sběrné stroje</a:t>
            </a:r>
          </a:p>
          <a:p>
            <a:endParaRPr lang="cs-CZ" dirty="0"/>
          </a:p>
          <a:p>
            <a:r>
              <a:rPr lang="cs-CZ" dirty="0"/>
              <a:t>Robotické plečky</a:t>
            </a:r>
          </a:p>
          <a:p>
            <a:endParaRPr lang="cs-CZ" dirty="0"/>
          </a:p>
          <a:p>
            <a:r>
              <a:rPr lang="cs-CZ" dirty="0"/>
              <a:t>Zemědělské drony</a:t>
            </a:r>
          </a:p>
        </p:txBody>
      </p:sp>
      <p:pic>
        <p:nvPicPr>
          <p:cNvPr id="7" name="Obrázek 6" descr="Obsah obrázku venku, silnice, kolo, Autodíly&#10;&#10;Popis byl vytvořen automaticky">
            <a:extLst>
              <a:ext uri="{FF2B5EF4-FFF2-40B4-BE49-F238E27FC236}">
                <a16:creationId xmlns:a16="http://schemas.microsoft.com/office/drawing/2014/main" id="{71A1241A-662A-B2FA-EC38-492ECE12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48" r="2" b="34433"/>
          <a:stretch/>
        </p:blipFill>
        <p:spPr>
          <a:xfrm>
            <a:off x="7837490" y="463877"/>
            <a:ext cx="3917115" cy="2050922"/>
          </a:xfrm>
          <a:prstGeom prst="rect">
            <a:avLst/>
          </a:prstGeom>
        </p:spPr>
      </p:pic>
      <p:pic>
        <p:nvPicPr>
          <p:cNvPr id="5" name="Obrázek 4" descr="Obsah obrázku zemědělský stroj, venku, zemědělství, farma&#10;&#10;Popis byl vytvořen automaticky">
            <a:extLst>
              <a:ext uri="{FF2B5EF4-FFF2-40B4-BE49-F238E27FC236}">
                <a16:creationId xmlns:a16="http://schemas.microsoft.com/office/drawing/2014/main" id="{988DFDFB-572B-C600-B0A4-ED7A0632E7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515" r="2" b="18191"/>
          <a:stretch/>
        </p:blipFill>
        <p:spPr>
          <a:xfrm>
            <a:off x="7837490" y="2541849"/>
            <a:ext cx="3917115" cy="199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0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90402B-F829-48C3-8037-7738137F2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35CCD1-2093-4AC0-AABD-494F51FE8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2BAC1-5F58-428B-A1B8-B0BBB38A6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78373" cy="6108192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9CFC2F-1D66-C525-AEB7-DF9A5DD6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674915"/>
            <a:ext cx="3765200" cy="5479056"/>
          </a:xfrm>
        </p:spPr>
        <p:txBody>
          <a:bodyPr>
            <a:normAutofit/>
          </a:bodyPr>
          <a:lstStyle/>
          <a:p>
            <a:pPr algn="ctr"/>
            <a:r>
              <a:rPr lang="cs-CZ" sz="4400">
                <a:solidFill>
                  <a:schemeClr val="bg1"/>
                </a:solidFill>
              </a:rPr>
              <a:t>Použité technologie - Hardware</a:t>
            </a:r>
          </a:p>
        </p:txBody>
      </p:sp>
      <p:graphicFrame>
        <p:nvGraphicFramePr>
          <p:cNvPr id="6" name="Zástupný obsah 2">
            <a:extLst>
              <a:ext uri="{FF2B5EF4-FFF2-40B4-BE49-F238E27FC236}">
                <a16:creationId xmlns:a16="http://schemas.microsoft.com/office/drawing/2014/main" id="{C9021F3B-1F0F-FBC7-2A0A-BF6371CCD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120981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500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FA5418-58FB-5B11-C151-9743293D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cs-CZ" sz="4400"/>
              <a:t>Esp8266 (</a:t>
            </a:r>
            <a:r>
              <a:rPr lang="cs-CZ" sz="4400" err="1"/>
              <a:t>Wemos</a:t>
            </a:r>
            <a:r>
              <a:rPr lang="cs-CZ" sz="4400"/>
              <a:t> D1 mini)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3E364-5A48-4567-B65D-0880753E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80BFB4-DA7E-4E98-BE01-534889F4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pic>
        <p:nvPicPr>
          <p:cNvPr id="5" name="Obrázek 4" descr="Obsah obrázku elektronika, text, Elektronická součástka, Elektronické inženýrství&#10;&#10;Popis byl vytvořen automaticky">
            <a:extLst>
              <a:ext uri="{FF2B5EF4-FFF2-40B4-BE49-F238E27FC236}">
                <a16:creationId xmlns:a16="http://schemas.microsoft.com/office/drawing/2014/main" id="{8DBA5E18-2F12-A418-8613-1772E6F04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15" y="1347991"/>
            <a:ext cx="4188221" cy="4188221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29D27B-755E-4EE9-56D8-5147745A3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384" y="2103120"/>
            <a:ext cx="4810816" cy="3931920"/>
          </a:xfrm>
        </p:spPr>
        <p:txBody>
          <a:bodyPr>
            <a:normAutofit/>
          </a:bodyPr>
          <a:lstStyle/>
          <a:p>
            <a:r>
              <a:rPr lang="cs-CZ" sz="2800" dirty="0"/>
              <a:t>Podpora Wifi</a:t>
            </a:r>
          </a:p>
          <a:p>
            <a:endParaRPr lang="cs-CZ" sz="2800" dirty="0"/>
          </a:p>
          <a:p>
            <a:r>
              <a:rPr lang="cs-CZ" sz="2800" dirty="0"/>
              <a:t>Nízká spotřeba</a:t>
            </a:r>
          </a:p>
          <a:p>
            <a:endParaRPr lang="cs-CZ" sz="2800" dirty="0"/>
          </a:p>
          <a:p>
            <a:r>
              <a:rPr lang="cs-CZ" sz="2800" dirty="0"/>
              <a:t>Malé rozměry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2629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D1F2BB-312A-CEDC-9189-A22D091B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cs-CZ" sz="4400" dirty="0"/>
              <a:t>Schéma zapojení</a:t>
            </a:r>
          </a:p>
        </p:txBody>
      </p:sp>
      <p:sp>
        <p:nvSpPr>
          <p:cNvPr id="52" name="Rectangle 47">
            <a:extLst>
              <a:ext uri="{FF2B5EF4-FFF2-40B4-BE49-F238E27FC236}">
                <a16:creationId xmlns:a16="http://schemas.microsoft.com/office/drawing/2014/main" id="{9BC3E364-5A48-4567-B65D-0880753EE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0B80BFB4-DA7E-4E98-BE01-534889F41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pic>
        <p:nvPicPr>
          <p:cNvPr id="25" name="Obrázek 24">
            <a:extLst>
              <a:ext uri="{FF2B5EF4-FFF2-40B4-BE49-F238E27FC236}">
                <a16:creationId xmlns:a16="http://schemas.microsoft.com/office/drawing/2014/main" id="{6C272ADD-83D2-F444-C1EE-E7754F1A0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15" y="1613125"/>
            <a:ext cx="4188221" cy="3657952"/>
          </a:xfrm>
          <a:prstGeom prst="rect">
            <a:avLst/>
          </a:prstGeom>
        </p:spPr>
      </p:pic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5E2B0BCE-0D67-A89F-D7A1-EAF8AC103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384" y="2103120"/>
            <a:ext cx="4810816" cy="3931920"/>
          </a:xfrm>
        </p:spPr>
        <p:txBody>
          <a:bodyPr>
            <a:normAutofit/>
          </a:bodyPr>
          <a:lstStyle/>
          <a:p>
            <a:endParaRPr lang="cs-CZ" sz="2400" dirty="0"/>
          </a:p>
          <a:p>
            <a:r>
              <a:rPr lang="cs-CZ" sz="2400" dirty="0"/>
              <a:t>DHT11 – GPIO0</a:t>
            </a:r>
          </a:p>
          <a:p>
            <a:endParaRPr lang="cs-CZ" sz="2400" dirty="0"/>
          </a:p>
          <a:p>
            <a:r>
              <a:rPr lang="cs-CZ" sz="2400" dirty="0"/>
              <a:t>Senzor hladiny vody A0</a:t>
            </a:r>
          </a:p>
          <a:p>
            <a:endParaRPr lang="cs-CZ" sz="2400" dirty="0"/>
          </a:p>
          <a:p>
            <a:r>
              <a:rPr lang="cs-CZ" sz="2400" dirty="0"/>
              <a:t>Senzor vlhkosti půdy GPIO13</a:t>
            </a:r>
          </a:p>
          <a:p>
            <a:endParaRPr lang="cs-CZ" sz="2400" dirty="0"/>
          </a:p>
          <a:p>
            <a:r>
              <a:rPr lang="cs-CZ" sz="2400" dirty="0"/>
              <a:t>Pumpa GPIO2</a:t>
            </a:r>
          </a:p>
        </p:txBody>
      </p:sp>
    </p:spTree>
    <p:extLst>
      <p:ext uri="{BB962C8B-B14F-4D97-AF65-F5344CB8AC3E}">
        <p14:creationId xmlns:p14="http://schemas.microsoft.com/office/powerpoint/2010/main" val="417373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90402B-F829-48C3-8037-7738137F2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35CCD1-2093-4AC0-AABD-494F51FE8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32BAC1-5F58-428B-A1B8-B0BBB38A6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78373" cy="6108192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0F5E03-6C92-98CB-1BC1-CF02A321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674915"/>
            <a:ext cx="3765200" cy="5479056"/>
          </a:xfrm>
        </p:spPr>
        <p:txBody>
          <a:bodyPr>
            <a:normAutofit/>
          </a:bodyPr>
          <a:lstStyle/>
          <a:p>
            <a:pPr algn="ctr"/>
            <a:r>
              <a:rPr lang="cs-CZ" sz="4400">
                <a:solidFill>
                  <a:schemeClr val="bg1"/>
                </a:solidFill>
              </a:rPr>
              <a:t>Použité technologie - Software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47DAC6A-3550-75E3-6FF7-D8C40930D3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891196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1898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C48081-B495-7998-4B73-BBF56895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cs-CZ"/>
              <a:t>Začátek</a:t>
            </a:r>
            <a:endParaRPr lang="cs-CZ" dirty="0"/>
          </a:p>
        </p:txBody>
      </p:sp>
      <p:pic>
        <p:nvPicPr>
          <p:cNvPr id="23" name="Obrázek 22" descr="Obsah obrázku kreslené, klipart, kruh, Grafika&#10;&#10;Popis byl vytvořen automaticky">
            <a:extLst>
              <a:ext uri="{FF2B5EF4-FFF2-40B4-BE49-F238E27FC236}">
                <a16:creationId xmlns:a16="http://schemas.microsoft.com/office/drawing/2014/main" id="{1F2B7E92-891F-B39A-89EB-6AE4A259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52" y="2467985"/>
            <a:ext cx="3019646" cy="3019646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C657B7-B803-5011-D77D-F51B13876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165" y="2103120"/>
            <a:ext cx="6488035" cy="3931920"/>
          </a:xfrm>
        </p:spPr>
        <p:txBody>
          <a:bodyPr>
            <a:normAutofit/>
          </a:bodyPr>
          <a:lstStyle/>
          <a:p>
            <a:r>
              <a:rPr lang="cs-CZ" dirty="0"/>
              <a:t>Programování v </a:t>
            </a:r>
            <a:r>
              <a:rPr lang="cs-CZ" dirty="0" err="1"/>
              <a:t>PlatformIo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endParaRPr lang="cs-CZ" dirty="0"/>
          </a:p>
          <a:p>
            <a:r>
              <a:rPr lang="cs-CZ" dirty="0" err="1"/>
              <a:t>LittleFs</a:t>
            </a:r>
            <a:r>
              <a:rPr lang="cs-CZ" dirty="0"/>
              <a:t> </a:t>
            </a:r>
            <a:br>
              <a:rPr lang="cs-CZ" dirty="0"/>
            </a:br>
            <a:br>
              <a:rPr lang="cs-CZ" dirty="0"/>
            </a:br>
            <a:br>
              <a:rPr lang="cs-CZ" dirty="0"/>
            </a:br>
            <a:endParaRPr lang="cs-CZ" dirty="0"/>
          </a:p>
          <a:p>
            <a:r>
              <a:rPr lang="cs-CZ" dirty="0"/>
              <a:t>Problémy s Načítáním stránky</a:t>
            </a:r>
          </a:p>
        </p:txBody>
      </p:sp>
    </p:spTree>
    <p:extLst>
      <p:ext uri="{BB962C8B-B14F-4D97-AF65-F5344CB8AC3E}">
        <p14:creationId xmlns:p14="http://schemas.microsoft.com/office/powerpoint/2010/main" val="60182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221E16-2397-4D32-FA5C-C512012A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cs-CZ" sz="4400"/>
              <a:t>Přechod na MQTT a </a:t>
            </a:r>
            <a:r>
              <a:rPr lang="cs-CZ" sz="4400" err="1"/>
              <a:t>Home</a:t>
            </a:r>
            <a:r>
              <a:rPr lang="cs-CZ" sz="4400"/>
              <a:t> </a:t>
            </a:r>
            <a:r>
              <a:rPr lang="cs-CZ" sz="4400" err="1"/>
              <a:t>assistan</a:t>
            </a:r>
            <a:endParaRPr lang="cs-CZ" sz="4400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3160BA41-4C00-6577-55E3-E0425DB03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0709983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22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1B881C-4529-D4CE-5684-58C9DD65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zobrazování grafů</a:t>
            </a:r>
          </a:p>
        </p:txBody>
      </p:sp>
      <p:pic>
        <p:nvPicPr>
          <p:cNvPr id="7" name="Grafy">
            <a:hlinkClick r:id="" action="ppaction://media"/>
            <a:extLst>
              <a:ext uri="{FF2B5EF4-FFF2-40B4-BE49-F238E27FC236}">
                <a16:creationId xmlns:a16="http://schemas.microsoft.com/office/drawing/2014/main" id="{A10F7DBF-131F-3670-5931-7C03F1C48D2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0325" y="2103438"/>
            <a:ext cx="6991350" cy="3932237"/>
          </a:xfrm>
        </p:spPr>
      </p:pic>
    </p:spTree>
    <p:extLst>
      <p:ext uri="{BB962C8B-B14F-4D97-AF65-F5344CB8AC3E}">
        <p14:creationId xmlns:p14="http://schemas.microsoft.com/office/powerpoint/2010/main" val="228954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4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9697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77F478D-A773-43B4-80DF-A229B5A0F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4668B3-D82D-4011-810E-1D47D3FC0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756813-AFA6-4588-BE17-2C5032F07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1F3C65-2218-406A-8F6B-425015920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ADC416-2CB9-42D8-B647-6B83826E2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244EEC-028E-41B0-918C-004185357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08BE727-A9F7-4F6A-AB25-6100EC581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5DB03F5-6EDF-4104-A2F1-4C7F5AA1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5D377F6A-7E62-4A93-AA39-C9CD43ABE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3EF16D3-5891-C477-735C-B1EF3AE7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cap="all" spc="-100">
                <a:solidFill>
                  <a:srgbClr val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</a:rPr>
              <a:t>Mqtt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DCDB79-973A-437B-B115-985DE2F8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C7B93C-50D9-4318-A3FD-A06FF828F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2FE939F-1168-4607-A22A-75DFD70B5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9208C5-AB46-4313-AF29-84F6C1AE2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Zástupný obsah 4" descr="Obsah obrázku text, snímek obrazovky, kruh, Písmo&#10;&#10;Popis byl vytvořen automaticky">
            <a:extLst>
              <a:ext uri="{FF2B5EF4-FFF2-40B4-BE49-F238E27FC236}">
                <a16:creationId xmlns:a16="http://schemas.microsoft.com/office/drawing/2014/main" id="{9C689C49-94A4-C3AD-905C-DE3169322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611340"/>
            <a:ext cx="6909386" cy="3627427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6BE47C8-6AB2-4A9D-9E30-253802F65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74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9E1C35-BD8A-7578-1D01-1669204D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Finální řešení – </a:t>
            </a:r>
            <a:r>
              <a:rPr lang="cs-CZ" dirty="0" err="1"/>
              <a:t>ESPHome</a:t>
            </a:r>
            <a:r>
              <a:rPr lang="cs-CZ" dirty="0"/>
              <a:t> a </a:t>
            </a:r>
            <a:r>
              <a:rPr lang="cs-CZ" dirty="0" err="1"/>
              <a:t>Home</a:t>
            </a:r>
            <a:r>
              <a:rPr lang="cs-CZ" dirty="0"/>
              <a:t> </a:t>
            </a:r>
            <a:r>
              <a:rPr lang="cs-CZ" dirty="0" err="1"/>
              <a:t>Assistant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33F209-1CE3-BD5A-1A8F-D4F2727A0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sz="2800" dirty="0"/>
          </a:p>
          <a:p>
            <a:r>
              <a:rPr lang="cs-CZ" sz="2800" dirty="0"/>
              <a:t>Zjednodušení nastavení ESP</a:t>
            </a:r>
          </a:p>
          <a:p>
            <a:endParaRPr lang="cs-CZ" sz="2800" dirty="0"/>
          </a:p>
          <a:p>
            <a:r>
              <a:rPr lang="cs-CZ" sz="2800" dirty="0"/>
              <a:t>Stabilita</a:t>
            </a:r>
          </a:p>
          <a:p>
            <a:endParaRPr lang="cs-CZ" sz="2800" dirty="0"/>
          </a:p>
          <a:p>
            <a:r>
              <a:rPr lang="cs-CZ" sz="2800" dirty="0"/>
              <a:t>Konfigurace</a:t>
            </a:r>
          </a:p>
          <a:p>
            <a:endParaRPr lang="cs-CZ" sz="2800" dirty="0"/>
          </a:p>
          <a:p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76507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28C08-7CE1-BFCE-CBFC-5F566FD1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Ukázka konfigurace </a:t>
            </a:r>
            <a:r>
              <a:rPr lang="cs-CZ" dirty="0" err="1"/>
              <a:t>ESPHome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BC50EC-53BF-8F85-8696-613639BC6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Nastavení DHT senzoru</a:t>
            </a:r>
          </a:p>
          <a:p>
            <a:endParaRPr lang="cs-CZ" sz="2800" dirty="0"/>
          </a:p>
          <a:p>
            <a:endParaRPr lang="cs-CZ" sz="2800" dirty="0"/>
          </a:p>
          <a:p>
            <a:endParaRPr lang="cs-CZ" sz="2800" dirty="0"/>
          </a:p>
          <a:p>
            <a:r>
              <a:rPr lang="cs-CZ" sz="2800" dirty="0"/>
              <a:t>Nastavení pumpy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C36D1AB-5AB8-EA0C-B923-C63CE875E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23" y="4832593"/>
            <a:ext cx="2419688" cy="1171739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33FD4BE-3375-A140-49EA-CFF318B11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49" y="2668467"/>
            <a:ext cx="2219635" cy="1724266"/>
          </a:xfrm>
          <a:prstGeom prst="rect">
            <a:avLst/>
          </a:prstGeom>
        </p:spPr>
      </p:pic>
      <p:pic>
        <p:nvPicPr>
          <p:cNvPr id="13" name="Obrázek 12" descr="Obsah obrázku Grafika, snímek obrazovky, Barevnost, symbol&#10;&#10;Popis byl vytvořen automaticky">
            <a:extLst>
              <a:ext uri="{FF2B5EF4-FFF2-40B4-BE49-F238E27FC236}">
                <a16:creationId xmlns:a16="http://schemas.microsoft.com/office/drawing/2014/main" id="{533F484B-E055-432A-EB65-2B28A1527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817" y="2668467"/>
            <a:ext cx="1980211" cy="19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2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D59107-13F1-0C90-B984-4103F6A4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cs-CZ" dirty="0" err="1"/>
              <a:t>Home</a:t>
            </a:r>
            <a:r>
              <a:rPr lang="cs-CZ" dirty="0"/>
              <a:t> </a:t>
            </a:r>
            <a:r>
              <a:rPr lang="cs-CZ" dirty="0" err="1"/>
              <a:t>Assistant</a:t>
            </a:r>
            <a:endParaRPr lang="cs-CZ" dirty="0"/>
          </a:p>
        </p:txBody>
      </p:sp>
      <p:pic>
        <p:nvPicPr>
          <p:cNvPr id="5" name="Obrázek 4" descr="Obsah obrázku symbol, Grafika, design&#10;&#10;Popis byl vytvořen automaticky">
            <a:extLst>
              <a:ext uri="{FF2B5EF4-FFF2-40B4-BE49-F238E27FC236}">
                <a16:creationId xmlns:a16="http://schemas.microsoft.com/office/drawing/2014/main" id="{D622FC22-2F43-A070-093C-FF73E863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52" y="2467985"/>
            <a:ext cx="3019646" cy="3019646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9D216B-7E72-F764-E87E-B3371AA7F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165" y="2103120"/>
            <a:ext cx="6488035" cy="3931920"/>
          </a:xfrm>
        </p:spPr>
        <p:txBody>
          <a:bodyPr>
            <a:normAutofit/>
          </a:bodyPr>
          <a:lstStyle/>
          <a:p>
            <a:r>
              <a:rPr lang="cs-CZ" dirty="0"/>
              <a:t>Jednoduché ovládání</a:t>
            </a:r>
          </a:p>
          <a:p>
            <a:endParaRPr lang="cs-CZ" dirty="0"/>
          </a:p>
          <a:p>
            <a:r>
              <a:rPr lang="cs-CZ" dirty="0"/>
              <a:t>Grafy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Jednoduchá konfigurace v YAML</a:t>
            </a:r>
          </a:p>
          <a:p>
            <a:endParaRPr lang="cs-CZ" dirty="0"/>
          </a:p>
          <a:p>
            <a:r>
              <a:rPr lang="cs-CZ" dirty="0"/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2243818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FF5D5D3-8E5C-431F-8A46-4EC7333E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ED4FE5-E011-48EB-BF16-B127FDB76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D3795-2AE3-4E10-B3E0-8C87DE95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7765424-8E8C-5EC5-9E33-E9D087F3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189" y="612843"/>
            <a:ext cx="2247091" cy="1499738"/>
          </a:xfrm>
        </p:spPr>
        <p:txBody>
          <a:bodyPr anchor="b">
            <a:normAutofit/>
          </a:bodyPr>
          <a:lstStyle/>
          <a:p>
            <a:r>
              <a:rPr lang="cs-CZ" sz="2800" dirty="0"/>
              <a:t>Tělo květináče</a:t>
            </a:r>
          </a:p>
        </p:txBody>
      </p:sp>
      <p:pic>
        <p:nvPicPr>
          <p:cNvPr id="5" name="Zástupný obsah 4" descr="Obsah obrázku interiér, Domácí potřeby, stůl&#10;&#10;Popis byl vytvořen automaticky">
            <a:extLst>
              <a:ext uri="{FF2B5EF4-FFF2-40B4-BE49-F238E27FC236}">
                <a16:creationId xmlns:a16="http://schemas.microsoft.com/office/drawing/2014/main" id="{D97DAC13-AF4C-FF71-90AA-8F941AB4A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0" y="1297339"/>
            <a:ext cx="7681665" cy="426332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177807-0354-D718-ACCB-9AA0D1629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190" y="2149813"/>
            <a:ext cx="2247090" cy="40467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61913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D1DBDF-692A-E4C7-B0D2-320340722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Ukázka květináče a </a:t>
            </a:r>
            <a:r>
              <a:rPr lang="cs-CZ" dirty="0" err="1"/>
              <a:t>Home</a:t>
            </a:r>
            <a:r>
              <a:rPr lang="cs-CZ" dirty="0"/>
              <a:t> </a:t>
            </a:r>
            <a:r>
              <a:rPr lang="cs-CZ" dirty="0" err="1"/>
              <a:t>Assistant</a:t>
            </a:r>
            <a:r>
              <a:rPr lang="cs-CZ" dirty="0"/>
              <a:t> </a:t>
            </a:r>
          </a:p>
        </p:txBody>
      </p:sp>
      <p:pic>
        <p:nvPicPr>
          <p:cNvPr id="7" name="Prezentace Video">
            <a:hlinkClick r:id="" action="ppaction://media"/>
            <a:extLst>
              <a:ext uri="{FF2B5EF4-FFF2-40B4-BE49-F238E27FC236}">
                <a16:creationId xmlns:a16="http://schemas.microsoft.com/office/drawing/2014/main" id="{00880A07-B2DB-8385-7B20-3ED7FB9FDA7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0325" y="2103438"/>
            <a:ext cx="6991350" cy="3932237"/>
          </a:xfrm>
        </p:spPr>
      </p:pic>
    </p:spTree>
    <p:extLst>
      <p:ext uri="{BB962C8B-B14F-4D97-AF65-F5344CB8AC3E}">
        <p14:creationId xmlns:p14="http://schemas.microsoft.com/office/powerpoint/2010/main" val="254234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5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476AA1-AB8E-6E87-4361-17ABDFFA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Možnosti budoucího rozvoje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99C0A3-BF03-DAF3-4408-3EB5CE1D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cs-CZ" sz="2800" dirty="0"/>
          </a:p>
          <a:p>
            <a:r>
              <a:rPr lang="cs-CZ" sz="2800" dirty="0"/>
              <a:t>Světelný senzor a </a:t>
            </a:r>
            <a:r>
              <a:rPr lang="cs-CZ" sz="2800" dirty="0" err="1"/>
              <a:t>dosvicování</a:t>
            </a:r>
            <a:endParaRPr lang="cs-CZ" sz="2800" dirty="0"/>
          </a:p>
          <a:p>
            <a:endParaRPr lang="cs-CZ" sz="2800" dirty="0"/>
          </a:p>
          <a:p>
            <a:r>
              <a:rPr lang="cs-CZ" sz="2800" dirty="0"/>
              <a:t>Senzor pH půdy</a:t>
            </a:r>
          </a:p>
          <a:p>
            <a:endParaRPr lang="cs-CZ" sz="2800" dirty="0"/>
          </a:p>
          <a:p>
            <a:r>
              <a:rPr lang="cs-CZ" sz="2800" dirty="0"/>
              <a:t>Napájení ze solárního panelu</a:t>
            </a:r>
          </a:p>
          <a:p>
            <a:endParaRPr lang="cs-CZ" sz="2800" dirty="0"/>
          </a:p>
          <a:p>
            <a:r>
              <a:rPr lang="cs-CZ" sz="2800" dirty="0"/>
              <a:t>Implementace detekce nemocí rostlin</a:t>
            </a:r>
          </a:p>
        </p:txBody>
      </p:sp>
    </p:spTree>
    <p:extLst>
      <p:ext uri="{BB962C8B-B14F-4D97-AF65-F5344CB8AC3E}">
        <p14:creationId xmlns:p14="http://schemas.microsoft.com/office/powerpoint/2010/main" val="2986983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0720A9-39F5-70FA-4B95-61BEC9C0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cs-CZ"/>
              <a:t>Závěr</a:t>
            </a:r>
          </a:p>
        </p:txBody>
      </p:sp>
      <p:graphicFrame>
        <p:nvGraphicFramePr>
          <p:cNvPr id="6" name="Zástupný obsah 2">
            <a:extLst>
              <a:ext uri="{FF2B5EF4-FFF2-40B4-BE49-F238E27FC236}">
                <a16:creationId xmlns:a16="http://schemas.microsoft.com/office/drawing/2014/main" id="{D65755F3-D0EB-C15F-660C-883783F3D7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971550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688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0000"/>
                <a:shade val="100000"/>
                <a:satMod val="300000"/>
              </a:schemeClr>
            </a:gs>
            <a:gs pos="100000">
              <a:schemeClr val="bg1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6577554-36D9-4AB4-9D46-76AC4A790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F55E26-3E89-4C31-ADE5-C94730585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75E873-2EC1-4744-A510-C9CED8A5E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5CEB23F-DC25-4957-A6C5-2D060645B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439589-68CE-4F2E-8851-4A2A43EC2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50AFDAA-823E-410E-AA59-59B163EC3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4F9F62-BFA0-4A06-9FEB-B0C393C4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FBCD850-0871-4F29-8821-5B688719F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cs-CZ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22BAEBB-B897-4E2E-8BE7-753F1060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16" y="1861310"/>
            <a:ext cx="9678368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b="0" kern="1200" cap="all" spc="-100" baseline="0" dirty="0" err="1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rPr>
              <a:t>Děkuji</a:t>
            </a:r>
            <a:r>
              <a:rPr lang="en-US" sz="66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rPr>
              <a:t> za </a:t>
            </a:r>
            <a:r>
              <a:rPr lang="en-US" sz="6600" b="0" kern="1200" cap="all" spc="-100" baseline="0" dirty="0" err="1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rPr>
              <a:t>poZORNOST</a:t>
            </a:r>
            <a:endParaRPr lang="en-US" sz="6600" b="0" kern="1200" cap="all" spc="-100" baseline="0" dirty="0">
              <a:solidFill>
                <a:schemeClr val="tx1"/>
              </a:solidFill>
              <a:effectLst>
                <a:outerShdw blurRad="38100" dist="1270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06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Návrh Zahradní savon</Template>
  <TotalTime>724</TotalTime>
  <Words>197</Words>
  <Application>Microsoft Office PowerPoint</Application>
  <PresentationFormat>Širokoúhlá obrazovka</PresentationFormat>
  <Paragraphs>94</Paragraphs>
  <Slides>20</Slides>
  <Notes>3</Notes>
  <HiddenSlides>0</HiddenSlides>
  <MMClips>2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4" baseType="lpstr">
      <vt:lpstr>Arial</vt:lpstr>
      <vt:lpstr>Calibri</vt:lpstr>
      <vt:lpstr>Century Gothic</vt:lpstr>
      <vt:lpstr>Savon</vt:lpstr>
      <vt:lpstr>Chytrý květináč</vt:lpstr>
      <vt:lpstr>Proč jsem si projekt vybral</vt:lpstr>
      <vt:lpstr>Cíl projektu</vt:lpstr>
      <vt:lpstr>Inspirace z moderního zemědělství</vt:lpstr>
      <vt:lpstr>Použité technologie - Hardware</vt:lpstr>
      <vt:lpstr>Esp8266 (Wemos D1 mini)</vt:lpstr>
      <vt:lpstr>Schéma zapojení</vt:lpstr>
      <vt:lpstr>Použité technologie - Software</vt:lpstr>
      <vt:lpstr>Začátek</vt:lpstr>
      <vt:lpstr>Přechod na MQTT a Home assistan</vt:lpstr>
      <vt:lpstr>Ukázka zobrazování grafů</vt:lpstr>
      <vt:lpstr>Mqtt</vt:lpstr>
      <vt:lpstr>Finální řešení – ESPHome a Home Assistant</vt:lpstr>
      <vt:lpstr>Ukázka konfigurace ESPHome</vt:lpstr>
      <vt:lpstr>Home Assistant</vt:lpstr>
      <vt:lpstr>Tělo květináče</vt:lpstr>
      <vt:lpstr>Ukázka květináče a Home Assistant </vt:lpstr>
      <vt:lpstr>Možnosti budoucího rozvoje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Balcar</dc:creator>
  <cp:lastModifiedBy>David Balcar</cp:lastModifiedBy>
  <cp:revision>11</cp:revision>
  <dcterms:created xsi:type="dcterms:W3CDTF">2025-01-13T15:19:28Z</dcterms:created>
  <dcterms:modified xsi:type="dcterms:W3CDTF">2025-01-14T19:58:26Z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